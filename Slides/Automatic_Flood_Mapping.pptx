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2" r:id="rId2"/>
  </p:sldMasterIdLst>
  <p:notesMasterIdLst>
    <p:notesMasterId r:id="rId18"/>
  </p:notesMasterIdLst>
  <p:sldIdLst>
    <p:sldId id="257" r:id="rId3"/>
    <p:sldId id="260" r:id="rId4"/>
    <p:sldId id="591" r:id="rId5"/>
    <p:sldId id="262" r:id="rId6"/>
    <p:sldId id="603" r:id="rId7"/>
    <p:sldId id="608" r:id="rId8"/>
    <p:sldId id="609" r:id="rId9"/>
    <p:sldId id="610" r:id="rId10"/>
    <p:sldId id="611" r:id="rId11"/>
    <p:sldId id="264" r:id="rId12"/>
    <p:sldId id="612" r:id="rId13"/>
    <p:sldId id="613" r:id="rId14"/>
    <p:sldId id="614" r:id="rId15"/>
    <p:sldId id="615" r:id="rId16"/>
    <p:sldId id="265"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C95111F-A351-7DFB-705E-E10F7DB1B882}" name="Menini Matosak Bruno" initials="MMB" userId="S::bruno.menini-matosak@plus.ac.at::b670492d-3440-448c-a1e0-5ef12f1deb8a" providerId="AD"/>
  <p188:author id="{14EC6F58-45AE-35F9-1A15-22D7C3D2F225}" name="Steinbacher Eva-Maria" initials="SE" userId="S::eva-maria.steinbacher@plus.ac.at::97c22286-390b-4e30-8cfd-6e73090c1a05" providerId="AD"/>
  <p188:author id="{6D95968C-E0A4-57F1-54EA-9E71D16E967C}" name="Keskin Merve" initials="MK" userId="S::merve.keskin@plus.ac.at::c3e15c31-6f96-41a3-8e5f-880d06521be7" providerId="AD"/>
  <p188:author id="{A1AB45C8-E475-C48F-3ACC-46AC6DC79B32}" name="Žaklin  Butinar" initials="ŽB" userId="S::zaklin.butinar@eurisy.eu::80f9b38a-057c-4d34-bb99-a77fb6597b24"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D145C"/>
    <a:srgbClr val="171717"/>
    <a:srgbClr val="F56523"/>
    <a:srgbClr val="BCDD55"/>
    <a:srgbClr val="CD3940"/>
    <a:srgbClr val="40B3F9"/>
    <a:srgbClr val="FED500"/>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B15FEB9-A6DC-CE47-A076-AE47247026A8}" v="1224" dt="2026-07-08T11:21:17.12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4955"/>
    <p:restoredTop sz="88065"/>
  </p:normalViewPr>
  <p:slideViewPr>
    <p:cSldViewPr snapToGrid="0">
      <p:cViewPr>
        <p:scale>
          <a:sx n="82" d="100"/>
          <a:sy n="82" d="100"/>
        </p:scale>
        <p:origin x="208" y="4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microsoft.com/office/2018/10/relationships/authors" Target="author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microsoft.com/office/2015/10/relationships/revisionInfo" Target="revisionInfo.xml"/><Relationship Id="rId5" Type="http://schemas.openxmlformats.org/officeDocument/2006/relationships/slide" Target="slides/slide3.xml"/><Relationship Id="rId15" Type="http://schemas.openxmlformats.org/officeDocument/2006/relationships/slide" Target="slides/slide13.xml"/><Relationship Id="rId23" Type="http://schemas.microsoft.com/office/2016/11/relationships/changesInfo" Target="changesInfos/changesInfo1.xml"/><Relationship Id="rId10" Type="http://schemas.openxmlformats.org/officeDocument/2006/relationships/slide" Target="slides/slide8.xml"/><Relationship Id="rId19"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enini Matosak Bruno" userId="b670492d-3440-448c-a1e0-5ef12f1deb8a" providerId="ADAL" clId="{67998794-DD6D-50B7-90B1-D347C1D523CA}"/>
    <pc:docChg chg="undo custSel addSld delSld modSld sldOrd">
      <pc:chgData name="Menini Matosak Bruno" userId="b670492d-3440-448c-a1e0-5ef12f1deb8a" providerId="ADAL" clId="{67998794-DD6D-50B7-90B1-D347C1D523CA}" dt="2026-07-08T11:57:44.495" v="5258" actId="20577"/>
      <pc:docMkLst>
        <pc:docMk/>
      </pc:docMkLst>
      <pc:sldChg chg="addSp delSp modSp del mod">
        <pc:chgData name="Menini Matosak Bruno" userId="b670492d-3440-448c-a1e0-5ef12f1deb8a" providerId="ADAL" clId="{67998794-DD6D-50B7-90B1-D347C1D523CA}" dt="2026-07-07T09:39:03.010" v="1636" actId="2696"/>
        <pc:sldMkLst>
          <pc:docMk/>
          <pc:sldMk cId="306926770" sldId="256"/>
        </pc:sldMkLst>
        <pc:spChg chg="mod">
          <ac:chgData name="Menini Matosak Bruno" userId="b670492d-3440-448c-a1e0-5ef12f1deb8a" providerId="ADAL" clId="{67998794-DD6D-50B7-90B1-D347C1D523CA}" dt="2026-07-07T09:00:48.010" v="1458" actId="14838"/>
          <ac:spMkLst>
            <pc:docMk/>
            <pc:sldMk cId="306926770" sldId="256"/>
            <ac:spMk id="2" creationId="{020C2A2B-8E64-F542-C57C-5FB953E85D6B}"/>
          </ac:spMkLst>
        </pc:spChg>
        <pc:spChg chg="del mod">
          <ac:chgData name="Menini Matosak Bruno" userId="b670492d-3440-448c-a1e0-5ef12f1deb8a" providerId="ADAL" clId="{67998794-DD6D-50B7-90B1-D347C1D523CA}" dt="2026-07-07T08:58:35.466" v="1330" actId="478"/>
          <ac:spMkLst>
            <pc:docMk/>
            <pc:sldMk cId="306926770" sldId="256"/>
            <ac:spMk id="3" creationId="{48557BFC-0F6C-2287-FEE1-827044A8636B}"/>
          </ac:spMkLst>
        </pc:spChg>
        <pc:spChg chg="del mod">
          <ac:chgData name="Menini Matosak Bruno" userId="b670492d-3440-448c-a1e0-5ef12f1deb8a" providerId="ADAL" clId="{67998794-DD6D-50B7-90B1-D347C1D523CA}" dt="2026-07-07T08:54:58.348" v="1235" actId="478"/>
          <ac:spMkLst>
            <pc:docMk/>
            <pc:sldMk cId="306926770" sldId="256"/>
            <ac:spMk id="7" creationId="{DB33A6E9-BB1B-B940-5272-12997F274F3A}"/>
          </ac:spMkLst>
        </pc:spChg>
        <pc:spChg chg="add del mod">
          <ac:chgData name="Menini Matosak Bruno" userId="b670492d-3440-448c-a1e0-5ef12f1deb8a" providerId="ADAL" clId="{67998794-DD6D-50B7-90B1-D347C1D523CA}" dt="2026-07-07T08:58:37.870" v="1331" actId="478"/>
          <ac:spMkLst>
            <pc:docMk/>
            <pc:sldMk cId="306926770" sldId="256"/>
            <ac:spMk id="9" creationId="{0F99741D-CCE0-4A8B-66A0-24A14A649866}"/>
          </ac:spMkLst>
        </pc:spChg>
        <pc:picChg chg="add mod">
          <ac:chgData name="Menini Matosak Bruno" userId="b670492d-3440-448c-a1e0-5ef12f1deb8a" providerId="ADAL" clId="{67998794-DD6D-50B7-90B1-D347C1D523CA}" dt="2026-07-07T08:53:15.059" v="1227" actId="1076"/>
          <ac:picMkLst>
            <pc:docMk/>
            <pc:sldMk cId="306926770" sldId="256"/>
            <ac:picMk id="5" creationId="{E05B73EF-721D-C2D8-CC83-4A0E29DF332F}"/>
          </ac:picMkLst>
        </pc:picChg>
        <pc:picChg chg="add del mod">
          <ac:chgData name="Menini Matosak Bruno" userId="b670492d-3440-448c-a1e0-5ef12f1deb8a" providerId="ADAL" clId="{67998794-DD6D-50B7-90B1-D347C1D523CA}" dt="2026-07-07T08:59:05.772" v="1335" actId="478"/>
          <ac:picMkLst>
            <pc:docMk/>
            <pc:sldMk cId="306926770" sldId="256"/>
            <ac:picMk id="10" creationId="{87D6DCD7-F9E4-AE04-5414-63FB95CF22EE}"/>
          </ac:picMkLst>
        </pc:picChg>
        <pc:picChg chg="add del mod">
          <ac:chgData name="Menini Matosak Bruno" userId="b670492d-3440-448c-a1e0-5ef12f1deb8a" providerId="ADAL" clId="{67998794-DD6D-50B7-90B1-D347C1D523CA}" dt="2026-07-07T08:59:06.804" v="1336" actId="478"/>
          <ac:picMkLst>
            <pc:docMk/>
            <pc:sldMk cId="306926770" sldId="256"/>
            <ac:picMk id="11" creationId="{41EFD180-11F2-E0E8-6EB5-BFE7C0F9D9A4}"/>
          </ac:picMkLst>
        </pc:picChg>
        <pc:picChg chg="add mod">
          <ac:chgData name="Menini Matosak Bruno" userId="b670492d-3440-448c-a1e0-5ef12f1deb8a" providerId="ADAL" clId="{67998794-DD6D-50B7-90B1-D347C1D523CA}" dt="2026-07-07T08:59:40.075" v="1342" actId="1076"/>
          <ac:picMkLst>
            <pc:docMk/>
            <pc:sldMk cId="306926770" sldId="256"/>
            <ac:picMk id="12" creationId="{76905775-5534-4F1C-B301-8ADE8CC6CBDE}"/>
          </ac:picMkLst>
        </pc:picChg>
      </pc:sldChg>
      <pc:sldChg chg="addSp delSp modSp add mod">
        <pc:chgData name="Menini Matosak Bruno" userId="b670492d-3440-448c-a1e0-5ef12f1deb8a" providerId="ADAL" clId="{67998794-DD6D-50B7-90B1-D347C1D523CA}" dt="2026-07-07T12:57:33.718" v="4179" actId="20577"/>
        <pc:sldMkLst>
          <pc:docMk/>
          <pc:sldMk cId="1179258005" sldId="257"/>
        </pc:sldMkLst>
        <pc:spChg chg="mod">
          <ac:chgData name="Menini Matosak Bruno" userId="b670492d-3440-448c-a1e0-5ef12f1deb8a" providerId="ADAL" clId="{67998794-DD6D-50B7-90B1-D347C1D523CA}" dt="2026-07-07T12:57:33.718" v="4179" actId="20577"/>
          <ac:spMkLst>
            <pc:docMk/>
            <pc:sldMk cId="1179258005" sldId="257"/>
            <ac:spMk id="2" creationId="{48FEAEA4-8819-62FE-52D7-5292E12E04EF}"/>
          </ac:spMkLst>
        </pc:spChg>
        <pc:spChg chg="mod">
          <ac:chgData name="Menini Matosak Bruno" userId="b670492d-3440-448c-a1e0-5ef12f1deb8a" providerId="ADAL" clId="{67998794-DD6D-50B7-90B1-D347C1D523CA}" dt="2026-07-07T12:42:21.929" v="4013" actId="255"/>
          <ac:spMkLst>
            <pc:docMk/>
            <pc:sldMk cId="1179258005" sldId="257"/>
            <ac:spMk id="3" creationId="{DCD7609C-B3D1-93CE-BFD9-948C107D0DFA}"/>
          </ac:spMkLst>
        </pc:spChg>
        <pc:spChg chg="mod">
          <ac:chgData name="Menini Matosak Bruno" userId="b670492d-3440-448c-a1e0-5ef12f1deb8a" providerId="ADAL" clId="{67998794-DD6D-50B7-90B1-D347C1D523CA}" dt="2026-07-07T10:20:01.854" v="2168" actId="790"/>
          <ac:spMkLst>
            <pc:docMk/>
            <pc:sldMk cId="1179258005" sldId="257"/>
            <ac:spMk id="4" creationId="{974D17F2-6210-234C-E4A9-1151ED0F6B16}"/>
          </ac:spMkLst>
        </pc:spChg>
        <pc:spChg chg="mod">
          <ac:chgData name="Menini Matosak Bruno" userId="b670492d-3440-448c-a1e0-5ef12f1deb8a" providerId="ADAL" clId="{67998794-DD6D-50B7-90B1-D347C1D523CA}" dt="2026-07-07T10:20:01.854" v="2168" actId="790"/>
          <ac:spMkLst>
            <pc:docMk/>
            <pc:sldMk cId="1179258005" sldId="257"/>
            <ac:spMk id="5" creationId="{76127F1D-D490-DB8F-71AB-6FDC80CF302A}"/>
          </ac:spMkLst>
        </pc:spChg>
        <pc:spChg chg="del mod">
          <ac:chgData name="Menini Matosak Bruno" userId="b670492d-3440-448c-a1e0-5ef12f1deb8a" providerId="ADAL" clId="{67998794-DD6D-50B7-90B1-D347C1D523CA}" dt="2026-07-07T09:46:53.551" v="1738" actId="478"/>
          <ac:spMkLst>
            <pc:docMk/>
            <pc:sldMk cId="1179258005" sldId="257"/>
            <ac:spMk id="6" creationId="{F97A059D-7FCA-4813-253F-2182D60017B7}"/>
          </ac:spMkLst>
        </pc:spChg>
        <pc:spChg chg="del mod">
          <ac:chgData name="Menini Matosak Bruno" userId="b670492d-3440-448c-a1e0-5ef12f1deb8a" providerId="ADAL" clId="{67998794-DD6D-50B7-90B1-D347C1D523CA}" dt="2026-07-07T09:46:55.002" v="1739" actId="478"/>
          <ac:spMkLst>
            <pc:docMk/>
            <pc:sldMk cId="1179258005" sldId="257"/>
            <ac:spMk id="7" creationId="{936F5F40-3DF8-2784-8D4B-AA467879D53A}"/>
          </ac:spMkLst>
        </pc:spChg>
        <pc:spChg chg="add del mod">
          <ac:chgData name="Menini Matosak Bruno" userId="b670492d-3440-448c-a1e0-5ef12f1deb8a" providerId="ADAL" clId="{67998794-DD6D-50B7-90B1-D347C1D523CA}" dt="2026-07-07T11:31:14.090" v="2740"/>
          <ac:spMkLst>
            <pc:docMk/>
            <pc:sldMk cId="1179258005" sldId="257"/>
            <ac:spMk id="10" creationId="{0659827D-EE35-C09C-4D5A-8711110AEE9B}"/>
          </ac:spMkLst>
        </pc:spChg>
        <pc:picChg chg="add del mod">
          <ac:chgData name="Menini Matosak Bruno" userId="b670492d-3440-448c-a1e0-5ef12f1deb8a" providerId="ADAL" clId="{67998794-DD6D-50B7-90B1-D347C1D523CA}" dt="2026-07-07T09:45:54.396" v="1734" actId="478"/>
          <ac:picMkLst>
            <pc:docMk/>
            <pc:sldMk cId="1179258005" sldId="257"/>
            <ac:picMk id="8" creationId="{FCA6AD7B-7EF4-216C-BFC4-4CD5A1C3673F}"/>
          </ac:picMkLst>
        </pc:picChg>
        <pc:picChg chg="add mod">
          <ac:chgData name="Menini Matosak Bruno" userId="b670492d-3440-448c-a1e0-5ef12f1deb8a" providerId="ADAL" clId="{67998794-DD6D-50B7-90B1-D347C1D523CA}" dt="2026-07-07T09:45:58.517" v="1735" actId="1076"/>
          <ac:picMkLst>
            <pc:docMk/>
            <pc:sldMk cId="1179258005" sldId="257"/>
            <ac:picMk id="9" creationId="{8538FD9D-E8DB-9809-9B4D-189379CA039D}"/>
          </ac:picMkLst>
        </pc:picChg>
      </pc:sldChg>
      <pc:sldChg chg="addSp delSp modSp add mod modAnim">
        <pc:chgData name="Menini Matosak Bruno" userId="b670492d-3440-448c-a1e0-5ef12f1deb8a" providerId="ADAL" clId="{67998794-DD6D-50B7-90B1-D347C1D523CA}" dt="2026-07-08T11:46:05.291" v="5216" actId="20577"/>
        <pc:sldMkLst>
          <pc:docMk/>
          <pc:sldMk cId="1078394828" sldId="260"/>
        </pc:sldMkLst>
        <pc:spChg chg="add del mod">
          <ac:chgData name="Menini Matosak Bruno" userId="b670492d-3440-448c-a1e0-5ef12f1deb8a" providerId="ADAL" clId="{67998794-DD6D-50B7-90B1-D347C1D523CA}" dt="2026-07-07T09:44:25.773" v="1715" actId="478"/>
          <ac:spMkLst>
            <pc:docMk/>
            <pc:sldMk cId="1078394828" sldId="260"/>
            <ac:spMk id="4" creationId="{E3E6C6D9-C6F1-7073-3740-E04EA3C68D80}"/>
          </ac:spMkLst>
        </pc:spChg>
        <pc:spChg chg="mod">
          <ac:chgData name="Menini Matosak Bruno" userId="b670492d-3440-448c-a1e0-5ef12f1deb8a" providerId="ADAL" clId="{67998794-DD6D-50B7-90B1-D347C1D523CA}" dt="2026-07-07T11:55:45.225" v="3164" actId="207"/>
          <ac:spMkLst>
            <pc:docMk/>
            <pc:sldMk cId="1078394828" sldId="260"/>
            <ac:spMk id="5" creationId="{3913E2FD-E266-646E-3405-E8D27127992E}"/>
          </ac:spMkLst>
        </pc:spChg>
        <pc:spChg chg="add del">
          <ac:chgData name="Menini Matosak Bruno" userId="b670492d-3440-448c-a1e0-5ef12f1deb8a" providerId="ADAL" clId="{67998794-DD6D-50B7-90B1-D347C1D523CA}" dt="2026-07-07T09:41:06.956" v="1687" actId="478"/>
          <ac:spMkLst>
            <pc:docMk/>
            <pc:sldMk cId="1078394828" sldId="260"/>
            <ac:spMk id="6" creationId="{E102C9EC-CA81-F97F-2190-87BC954A1306}"/>
          </ac:spMkLst>
        </pc:spChg>
        <pc:spChg chg="mod">
          <ac:chgData name="Menini Matosak Bruno" userId="b670492d-3440-448c-a1e0-5ef12f1deb8a" providerId="ADAL" clId="{67998794-DD6D-50B7-90B1-D347C1D523CA}" dt="2026-07-07T11:56:54.308" v="3170" actId="207"/>
          <ac:spMkLst>
            <pc:docMk/>
            <pc:sldMk cId="1078394828" sldId="260"/>
            <ac:spMk id="7" creationId="{BE637B28-A3AA-6930-903A-BC2AC36AD70A}"/>
          </ac:spMkLst>
        </pc:spChg>
        <pc:spChg chg="add del mod">
          <ac:chgData name="Menini Matosak Bruno" userId="b670492d-3440-448c-a1e0-5ef12f1deb8a" providerId="ADAL" clId="{67998794-DD6D-50B7-90B1-D347C1D523CA}" dt="2026-07-07T09:45:38.408" v="1718" actId="478"/>
          <ac:spMkLst>
            <pc:docMk/>
            <pc:sldMk cId="1078394828" sldId="260"/>
            <ac:spMk id="8" creationId="{F8ACF764-90CE-83FF-7AC8-5E3F2F261CC8}"/>
          </ac:spMkLst>
        </pc:spChg>
        <pc:spChg chg="add mod">
          <ac:chgData name="Menini Matosak Bruno" userId="b670492d-3440-448c-a1e0-5ef12f1deb8a" providerId="ADAL" clId="{67998794-DD6D-50B7-90B1-D347C1D523CA}" dt="2026-07-07T11:57:09.532" v="3171" actId="207"/>
          <ac:spMkLst>
            <pc:docMk/>
            <pc:sldMk cId="1078394828" sldId="260"/>
            <ac:spMk id="10" creationId="{07D4284C-1CB1-8346-DE1C-59C54821D1E9}"/>
          </ac:spMkLst>
        </pc:spChg>
        <pc:spChg chg="add del mod">
          <ac:chgData name="Menini Matosak Bruno" userId="b670492d-3440-448c-a1e0-5ef12f1deb8a" providerId="ADAL" clId="{67998794-DD6D-50B7-90B1-D347C1D523CA}" dt="2026-07-07T09:50:10.206" v="1913"/>
          <ac:spMkLst>
            <pc:docMk/>
            <pc:sldMk cId="1078394828" sldId="260"/>
            <ac:spMk id="11" creationId="{554A659D-B2A2-9CFC-6EE1-F0A0EDAC98CA}"/>
          </ac:spMkLst>
        </pc:spChg>
        <pc:spChg chg="add mod">
          <ac:chgData name="Menini Matosak Bruno" userId="b670492d-3440-448c-a1e0-5ef12f1deb8a" providerId="ADAL" clId="{67998794-DD6D-50B7-90B1-D347C1D523CA}" dt="2026-07-08T11:46:05.291" v="5216" actId="20577"/>
          <ac:spMkLst>
            <pc:docMk/>
            <pc:sldMk cId="1078394828" sldId="260"/>
            <ac:spMk id="12" creationId="{34791134-FC26-0B16-2582-9883FCFF106B}"/>
          </ac:spMkLst>
        </pc:spChg>
        <pc:picChg chg="add mod">
          <ac:chgData name="Menini Matosak Bruno" userId="b670492d-3440-448c-a1e0-5ef12f1deb8a" providerId="ADAL" clId="{67998794-DD6D-50B7-90B1-D347C1D523CA}" dt="2026-07-07T09:44:16.117" v="1699" actId="1076"/>
          <ac:picMkLst>
            <pc:docMk/>
            <pc:sldMk cId="1078394828" sldId="260"/>
            <ac:picMk id="2" creationId="{79326C9B-A859-64A2-4B81-3E55A7D2541D}"/>
          </ac:picMkLst>
        </pc:picChg>
        <pc:picChg chg="add mod">
          <ac:chgData name="Menini Matosak Bruno" userId="b670492d-3440-448c-a1e0-5ef12f1deb8a" providerId="ADAL" clId="{67998794-DD6D-50B7-90B1-D347C1D523CA}" dt="2026-07-07T09:44:19.743" v="1701" actId="1076"/>
          <ac:picMkLst>
            <pc:docMk/>
            <pc:sldMk cId="1078394828" sldId="260"/>
            <ac:picMk id="3" creationId="{481E33AD-D4BA-1E45-E4E3-60EB44890D58}"/>
          </ac:picMkLst>
        </pc:picChg>
      </pc:sldChg>
      <pc:sldChg chg="modSp add del mod">
        <pc:chgData name="Menini Matosak Bruno" userId="b670492d-3440-448c-a1e0-5ef12f1deb8a" providerId="ADAL" clId="{67998794-DD6D-50B7-90B1-D347C1D523CA}" dt="2026-07-08T11:57:44.495" v="5258" actId="20577"/>
        <pc:sldMkLst>
          <pc:docMk/>
          <pc:sldMk cId="502124225" sldId="262"/>
        </pc:sldMkLst>
        <pc:spChg chg="mod">
          <ac:chgData name="Menini Matosak Bruno" userId="b670492d-3440-448c-a1e0-5ef12f1deb8a" providerId="ADAL" clId="{67998794-DD6D-50B7-90B1-D347C1D523CA}" dt="2026-07-07T10:20:01.854" v="2168" actId="790"/>
          <ac:spMkLst>
            <pc:docMk/>
            <pc:sldMk cId="502124225" sldId="262"/>
            <ac:spMk id="6" creationId="{0479E4DB-2E92-2CEC-4280-C229E41C3F6D}"/>
          </ac:spMkLst>
        </pc:spChg>
        <pc:spChg chg="mod">
          <ac:chgData name="Menini Matosak Bruno" userId="b670492d-3440-448c-a1e0-5ef12f1deb8a" providerId="ADAL" clId="{67998794-DD6D-50B7-90B1-D347C1D523CA}" dt="2026-07-07T12:32:17.342" v="3661" actId="14100"/>
          <ac:spMkLst>
            <pc:docMk/>
            <pc:sldMk cId="502124225" sldId="262"/>
            <ac:spMk id="7" creationId="{E6C9905C-F317-A23B-80A9-114169078800}"/>
          </ac:spMkLst>
        </pc:spChg>
        <pc:spChg chg="mod">
          <ac:chgData name="Menini Matosak Bruno" userId="b670492d-3440-448c-a1e0-5ef12f1deb8a" providerId="ADAL" clId="{67998794-DD6D-50B7-90B1-D347C1D523CA}" dt="2026-07-08T11:57:44.495" v="5258" actId="20577"/>
          <ac:spMkLst>
            <pc:docMk/>
            <pc:sldMk cId="502124225" sldId="262"/>
            <ac:spMk id="8" creationId="{4F22E221-BB33-2B50-7DFA-C778140D658D}"/>
          </ac:spMkLst>
        </pc:spChg>
      </pc:sldChg>
      <pc:sldChg chg="addSp delSp modSp add del mod">
        <pc:chgData name="Menini Matosak Bruno" userId="b670492d-3440-448c-a1e0-5ef12f1deb8a" providerId="ADAL" clId="{67998794-DD6D-50B7-90B1-D347C1D523CA}" dt="2026-07-07T12:54:35.503" v="4122" actId="14100"/>
        <pc:sldMkLst>
          <pc:docMk/>
          <pc:sldMk cId="546869396" sldId="264"/>
        </pc:sldMkLst>
        <pc:spChg chg="add mod">
          <ac:chgData name="Menini Matosak Bruno" userId="b670492d-3440-448c-a1e0-5ef12f1deb8a" providerId="ADAL" clId="{67998794-DD6D-50B7-90B1-D347C1D523CA}" dt="2026-07-07T11:44:00.759" v="3056" actId="1076"/>
          <ac:spMkLst>
            <pc:docMk/>
            <pc:sldMk cId="546869396" sldId="264"/>
            <ac:spMk id="2" creationId="{1E877C00-0C47-3641-5FE4-23FB93D631B6}"/>
          </ac:spMkLst>
        </pc:spChg>
        <pc:spChg chg="mod">
          <ac:chgData name="Menini Matosak Bruno" userId="b670492d-3440-448c-a1e0-5ef12f1deb8a" providerId="ADAL" clId="{67998794-DD6D-50B7-90B1-D347C1D523CA}" dt="2026-07-07T12:54:35.503" v="4122" actId="14100"/>
          <ac:spMkLst>
            <pc:docMk/>
            <pc:sldMk cId="546869396" sldId="264"/>
            <ac:spMk id="3" creationId="{EF177194-5277-9934-62A4-2E80860E0326}"/>
          </ac:spMkLst>
        </pc:spChg>
        <pc:spChg chg="del">
          <ac:chgData name="Menini Matosak Bruno" userId="b670492d-3440-448c-a1e0-5ef12f1deb8a" providerId="ADAL" clId="{67998794-DD6D-50B7-90B1-D347C1D523CA}" dt="2026-07-07T11:29:13.366" v="2735" actId="478"/>
          <ac:spMkLst>
            <pc:docMk/>
            <pc:sldMk cId="546869396" sldId="264"/>
            <ac:spMk id="4" creationId="{589A0662-5CB8-9192-05C8-8177D13CC292}"/>
          </ac:spMkLst>
        </pc:spChg>
        <pc:spChg chg="del">
          <ac:chgData name="Menini Matosak Bruno" userId="b670492d-3440-448c-a1e0-5ef12f1deb8a" providerId="ADAL" clId="{67998794-DD6D-50B7-90B1-D347C1D523CA}" dt="2026-07-07T11:29:14.773" v="2736" actId="478"/>
          <ac:spMkLst>
            <pc:docMk/>
            <pc:sldMk cId="546869396" sldId="264"/>
            <ac:spMk id="5" creationId="{D6818B66-88FE-3397-2F0A-752F0B61547D}"/>
          </ac:spMkLst>
        </pc:spChg>
        <pc:spChg chg="add mod">
          <ac:chgData name="Menini Matosak Bruno" userId="b670492d-3440-448c-a1e0-5ef12f1deb8a" providerId="ADAL" clId="{67998794-DD6D-50B7-90B1-D347C1D523CA}" dt="2026-07-07T11:44:00.759" v="3056" actId="1076"/>
          <ac:spMkLst>
            <pc:docMk/>
            <pc:sldMk cId="546869396" sldId="264"/>
            <ac:spMk id="6" creationId="{681EDD5A-2CA3-DBEB-565A-47AA8E79BB23}"/>
          </ac:spMkLst>
        </pc:spChg>
        <pc:spChg chg="add mod">
          <ac:chgData name="Menini Matosak Bruno" userId="b670492d-3440-448c-a1e0-5ef12f1deb8a" providerId="ADAL" clId="{67998794-DD6D-50B7-90B1-D347C1D523CA}" dt="2026-07-07T11:44:00.759" v="3056" actId="1076"/>
          <ac:spMkLst>
            <pc:docMk/>
            <pc:sldMk cId="546869396" sldId="264"/>
            <ac:spMk id="7" creationId="{0644BF3F-2129-8DD2-3DAC-7C42F1BA351D}"/>
          </ac:spMkLst>
        </pc:spChg>
        <pc:spChg chg="add mod">
          <ac:chgData name="Menini Matosak Bruno" userId="b670492d-3440-448c-a1e0-5ef12f1deb8a" providerId="ADAL" clId="{67998794-DD6D-50B7-90B1-D347C1D523CA}" dt="2026-07-07T11:44:00.759" v="3056" actId="1076"/>
          <ac:spMkLst>
            <pc:docMk/>
            <pc:sldMk cId="546869396" sldId="264"/>
            <ac:spMk id="8" creationId="{4CFB7611-CD4B-A9D3-6361-52CE589D7639}"/>
          </ac:spMkLst>
        </pc:spChg>
        <pc:spChg chg="add mod">
          <ac:chgData name="Menini Matosak Bruno" userId="b670492d-3440-448c-a1e0-5ef12f1deb8a" providerId="ADAL" clId="{67998794-DD6D-50B7-90B1-D347C1D523CA}" dt="2026-07-07T11:44:00.759" v="3056" actId="1076"/>
          <ac:spMkLst>
            <pc:docMk/>
            <pc:sldMk cId="546869396" sldId="264"/>
            <ac:spMk id="9" creationId="{6071CEB5-A651-0501-65C7-341DD142F0D6}"/>
          </ac:spMkLst>
        </pc:spChg>
        <pc:spChg chg="add mod">
          <ac:chgData name="Menini Matosak Bruno" userId="b670492d-3440-448c-a1e0-5ef12f1deb8a" providerId="ADAL" clId="{67998794-DD6D-50B7-90B1-D347C1D523CA}" dt="2026-07-07T11:44:00.759" v="3056" actId="1076"/>
          <ac:spMkLst>
            <pc:docMk/>
            <pc:sldMk cId="546869396" sldId="264"/>
            <ac:spMk id="10" creationId="{DC91958C-53EF-E5A1-CB11-B254075312CC}"/>
          </ac:spMkLst>
        </pc:spChg>
        <pc:spChg chg="add mod">
          <ac:chgData name="Menini Matosak Bruno" userId="b670492d-3440-448c-a1e0-5ef12f1deb8a" providerId="ADAL" clId="{67998794-DD6D-50B7-90B1-D347C1D523CA}" dt="2026-07-07T11:42:44.672" v="3039" actId="1076"/>
          <ac:spMkLst>
            <pc:docMk/>
            <pc:sldMk cId="546869396" sldId="264"/>
            <ac:spMk id="35" creationId="{684B3ED1-2B13-4648-03C4-9C9CC05AB9B4}"/>
          </ac:spMkLst>
        </pc:spChg>
        <pc:spChg chg="add mod">
          <ac:chgData name="Menini Matosak Bruno" userId="b670492d-3440-448c-a1e0-5ef12f1deb8a" providerId="ADAL" clId="{67998794-DD6D-50B7-90B1-D347C1D523CA}" dt="2026-07-07T11:42:53.027" v="3042" actId="20577"/>
          <ac:spMkLst>
            <pc:docMk/>
            <pc:sldMk cId="546869396" sldId="264"/>
            <ac:spMk id="36" creationId="{B3DCFEC5-09DB-E88C-B02E-C61A1452367B}"/>
          </ac:spMkLst>
        </pc:spChg>
        <pc:spChg chg="add mod">
          <ac:chgData name="Menini Matosak Bruno" userId="b670492d-3440-448c-a1e0-5ef12f1deb8a" providerId="ADAL" clId="{67998794-DD6D-50B7-90B1-D347C1D523CA}" dt="2026-07-07T11:44:00.759" v="3056" actId="1076"/>
          <ac:spMkLst>
            <pc:docMk/>
            <pc:sldMk cId="546869396" sldId="264"/>
            <ac:spMk id="37" creationId="{C53A67B2-3A52-B815-DEB0-84D3570E366C}"/>
          </ac:spMkLst>
        </pc:spChg>
        <pc:spChg chg="add mod">
          <ac:chgData name="Menini Matosak Bruno" userId="b670492d-3440-448c-a1e0-5ef12f1deb8a" providerId="ADAL" clId="{67998794-DD6D-50B7-90B1-D347C1D523CA}" dt="2026-07-07T11:44:00.759" v="3056" actId="1076"/>
          <ac:spMkLst>
            <pc:docMk/>
            <pc:sldMk cId="546869396" sldId="264"/>
            <ac:spMk id="38" creationId="{77B4EA79-D6D2-47B9-FC93-7341DFFF97CF}"/>
          </ac:spMkLst>
        </pc:spChg>
        <pc:spChg chg="add mod">
          <ac:chgData name="Menini Matosak Bruno" userId="b670492d-3440-448c-a1e0-5ef12f1deb8a" providerId="ADAL" clId="{67998794-DD6D-50B7-90B1-D347C1D523CA}" dt="2026-07-07T11:44:00.759" v="3056" actId="1076"/>
          <ac:spMkLst>
            <pc:docMk/>
            <pc:sldMk cId="546869396" sldId="264"/>
            <ac:spMk id="39" creationId="{E6B7C7C6-F79B-D0D2-EC2D-C7AA10C126E8}"/>
          </ac:spMkLst>
        </pc:spChg>
        <pc:spChg chg="add mod">
          <ac:chgData name="Menini Matosak Bruno" userId="b670492d-3440-448c-a1e0-5ef12f1deb8a" providerId="ADAL" clId="{67998794-DD6D-50B7-90B1-D347C1D523CA}" dt="2026-07-07T11:44:00.759" v="3056" actId="1076"/>
          <ac:spMkLst>
            <pc:docMk/>
            <pc:sldMk cId="546869396" sldId="264"/>
            <ac:spMk id="40" creationId="{60424203-CEB4-1648-7F5E-A744D445106E}"/>
          </ac:spMkLst>
        </pc:spChg>
        <pc:cxnChg chg="add mod">
          <ac:chgData name="Menini Matosak Bruno" userId="b670492d-3440-448c-a1e0-5ef12f1deb8a" providerId="ADAL" clId="{67998794-DD6D-50B7-90B1-D347C1D523CA}" dt="2026-07-07T11:36:21.100" v="2964" actId="692"/>
          <ac:cxnSpMkLst>
            <pc:docMk/>
            <pc:sldMk cId="546869396" sldId="264"/>
            <ac:cxnSpMk id="12" creationId="{E8368BB0-D49D-BAD8-26FA-7AB48E0757CE}"/>
          </ac:cxnSpMkLst>
        </pc:cxnChg>
        <pc:cxnChg chg="add mod">
          <ac:chgData name="Menini Matosak Bruno" userId="b670492d-3440-448c-a1e0-5ef12f1deb8a" providerId="ADAL" clId="{67998794-DD6D-50B7-90B1-D347C1D523CA}" dt="2026-07-07T11:36:21.100" v="2964" actId="692"/>
          <ac:cxnSpMkLst>
            <pc:docMk/>
            <pc:sldMk cId="546869396" sldId="264"/>
            <ac:cxnSpMk id="14" creationId="{9B2E8249-0234-E2E3-2385-8F73899BB6D2}"/>
          </ac:cxnSpMkLst>
        </pc:cxnChg>
        <pc:cxnChg chg="add mod">
          <ac:chgData name="Menini Matosak Bruno" userId="b670492d-3440-448c-a1e0-5ef12f1deb8a" providerId="ADAL" clId="{67998794-DD6D-50B7-90B1-D347C1D523CA}" dt="2026-07-07T11:38:19.046" v="2972" actId="1076"/>
          <ac:cxnSpMkLst>
            <pc:docMk/>
            <pc:sldMk cId="546869396" sldId="264"/>
            <ac:cxnSpMk id="16" creationId="{7951A822-E32B-1574-82ED-A610F0B623AC}"/>
          </ac:cxnSpMkLst>
        </pc:cxnChg>
        <pc:cxnChg chg="add mod">
          <ac:chgData name="Menini Matosak Bruno" userId="b670492d-3440-448c-a1e0-5ef12f1deb8a" providerId="ADAL" clId="{67998794-DD6D-50B7-90B1-D347C1D523CA}" dt="2026-07-07T11:38:19.046" v="2972" actId="1076"/>
          <ac:cxnSpMkLst>
            <pc:docMk/>
            <pc:sldMk cId="546869396" sldId="264"/>
            <ac:cxnSpMk id="18" creationId="{D5A9324F-FE4C-F1F8-0A88-49E6EF8A2A8A}"/>
          </ac:cxnSpMkLst>
        </pc:cxnChg>
        <pc:cxnChg chg="add mod">
          <ac:chgData name="Menini Matosak Bruno" userId="b670492d-3440-448c-a1e0-5ef12f1deb8a" providerId="ADAL" clId="{67998794-DD6D-50B7-90B1-D347C1D523CA}" dt="2026-07-07T11:38:19.046" v="2972" actId="1076"/>
          <ac:cxnSpMkLst>
            <pc:docMk/>
            <pc:sldMk cId="546869396" sldId="264"/>
            <ac:cxnSpMk id="20" creationId="{C9969267-FD70-745F-EAB2-C9A90E6EAE58}"/>
          </ac:cxnSpMkLst>
        </pc:cxnChg>
      </pc:sldChg>
      <pc:sldChg chg="add">
        <pc:chgData name="Menini Matosak Bruno" userId="b670492d-3440-448c-a1e0-5ef12f1deb8a" providerId="ADAL" clId="{67998794-DD6D-50B7-90B1-D347C1D523CA}" dt="2026-07-07T12:36:40.044" v="3950"/>
        <pc:sldMkLst>
          <pc:docMk/>
          <pc:sldMk cId="3093133547" sldId="265"/>
        </pc:sldMkLst>
      </pc:sldChg>
      <pc:sldChg chg="addSp delSp modSp mod modNotesTx">
        <pc:chgData name="Menini Matosak Bruno" userId="b670492d-3440-448c-a1e0-5ef12f1deb8a" providerId="ADAL" clId="{67998794-DD6D-50B7-90B1-D347C1D523CA}" dt="2026-07-08T08:37:45.829" v="5200" actId="20577"/>
        <pc:sldMkLst>
          <pc:docMk/>
          <pc:sldMk cId="4055025130" sldId="591"/>
        </pc:sldMkLst>
        <pc:spChg chg="add del mod">
          <ac:chgData name="Menini Matosak Bruno" userId="b670492d-3440-448c-a1e0-5ef12f1deb8a" providerId="ADAL" clId="{67998794-DD6D-50B7-90B1-D347C1D523CA}" dt="2026-07-07T12:39:04.871" v="3976" actId="478"/>
          <ac:spMkLst>
            <pc:docMk/>
            <pc:sldMk cId="4055025130" sldId="591"/>
            <ac:spMk id="2" creationId="{78D35AF4-D25A-46A9-ADF7-6AED46211456}"/>
          </ac:spMkLst>
        </pc:spChg>
        <pc:spChg chg="add mod">
          <ac:chgData name="Menini Matosak Bruno" userId="b670492d-3440-448c-a1e0-5ef12f1deb8a" providerId="ADAL" clId="{67998794-DD6D-50B7-90B1-D347C1D523CA}" dt="2026-07-07T12:41:00.929" v="4004" actId="1076"/>
          <ac:spMkLst>
            <pc:docMk/>
            <pc:sldMk cId="4055025130" sldId="591"/>
            <ac:spMk id="3" creationId="{04C5143F-33DD-D2FD-CCF6-34B8E0606B12}"/>
          </ac:spMkLst>
        </pc:spChg>
        <pc:picChg chg="mod modCrop">
          <ac:chgData name="Menini Matosak Bruno" userId="b670492d-3440-448c-a1e0-5ef12f1deb8a" providerId="ADAL" clId="{67998794-DD6D-50B7-90B1-D347C1D523CA}" dt="2026-07-07T12:40:37.725" v="3999" actId="732"/>
          <ac:picMkLst>
            <pc:docMk/>
            <pc:sldMk cId="4055025130" sldId="591"/>
            <ac:picMk id="4" creationId="{CFF4535E-FBB7-6D0F-826D-24C73E3650CE}"/>
          </ac:picMkLst>
        </pc:picChg>
        <pc:picChg chg="mod modCrop">
          <ac:chgData name="Menini Matosak Bruno" userId="b670492d-3440-448c-a1e0-5ef12f1deb8a" providerId="ADAL" clId="{67998794-DD6D-50B7-90B1-D347C1D523CA}" dt="2026-07-07T12:40:40.828" v="4000" actId="1076"/>
          <ac:picMkLst>
            <pc:docMk/>
            <pc:sldMk cId="4055025130" sldId="591"/>
            <ac:picMk id="5" creationId="{1E59BF6A-ED8A-871C-AEBF-C4842D50753C}"/>
          </ac:picMkLst>
        </pc:picChg>
      </pc:sldChg>
      <pc:sldChg chg="addSp modSp del mod modCm">
        <pc:chgData name="Menini Matosak Bruno" userId="b670492d-3440-448c-a1e0-5ef12f1deb8a" providerId="ADAL" clId="{67998794-DD6D-50B7-90B1-D347C1D523CA}" dt="2026-07-07T10:20:39.525" v="2194" actId="2696"/>
        <pc:sldMkLst>
          <pc:docMk/>
          <pc:sldMk cId="3090856486" sldId="592"/>
        </pc:sldMkLst>
        <pc:spChg chg="mod">
          <ac:chgData name="Menini Matosak Bruno" userId="b670492d-3440-448c-a1e0-5ef12f1deb8a" providerId="ADAL" clId="{67998794-DD6D-50B7-90B1-D347C1D523CA}" dt="2026-07-07T10:20:01.854" v="2168" actId="790"/>
          <ac:spMkLst>
            <pc:docMk/>
            <pc:sldMk cId="3090856486" sldId="592"/>
            <ac:spMk id="2" creationId="{DFCC9A49-7392-1585-C16E-83459DCAC1D2}"/>
          </ac:spMkLst>
        </pc:spChg>
        <pc:spChg chg="mod">
          <ac:chgData name="Menini Matosak Bruno" userId="b670492d-3440-448c-a1e0-5ef12f1deb8a" providerId="ADAL" clId="{67998794-DD6D-50B7-90B1-D347C1D523CA}" dt="2026-07-07T10:20:14.999" v="2181" actId="20577"/>
          <ac:spMkLst>
            <pc:docMk/>
            <pc:sldMk cId="3090856486" sldId="592"/>
            <ac:spMk id="3" creationId="{6CBD8DC1-6418-E5CD-2D5C-35A2D5317FD9}"/>
          </ac:spMkLst>
        </pc:spChg>
        <pc:spChg chg="add mod">
          <ac:chgData name="Menini Matosak Bruno" userId="b670492d-3440-448c-a1e0-5ef12f1deb8a" providerId="ADAL" clId="{67998794-DD6D-50B7-90B1-D347C1D523CA}" dt="2026-07-07T10:20:01.854" v="2168" actId="790"/>
          <ac:spMkLst>
            <pc:docMk/>
            <pc:sldMk cId="3090856486" sldId="592"/>
            <ac:spMk id="4" creationId="{7F668CA5-4B95-0A6A-C9E6-DD2920F8D7A6}"/>
          </ac:spMkLst>
        </pc:spChg>
        <pc:picChg chg="mod">
          <ac:chgData name="Menini Matosak Bruno" userId="b670492d-3440-448c-a1e0-5ef12f1deb8a" providerId="ADAL" clId="{67998794-DD6D-50B7-90B1-D347C1D523CA}" dt="2026-07-07T08:51:25.624" v="1195" actId="1076"/>
          <ac:picMkLst>
            <pc:docMk/>
            <pc:sldMk cId="3090856486" sldId="592"/>
            <ac:picMk id="11" creationId="{3A357E5A-654C-E237-9AA0-04AB524EAABD}"/>
          </ac:picMkLst>
        </pc:picChg>
        <pc:extLst>
          <p:ext xmlns:p="http://schemas.openxmlformats.org/presentationml/2006/main" uri="{D6D511B9-2390-475A-947B-AFAB55BFBCF1}">
            <pc226:cmChg xmlns:pc226="http://schemas.microsoft.com/office/powerpoint/2022/06/main/command" chg="mod">
              <pc226:chgData name="Menini Matosak Bruno" userId="b670492d-3440-448c-a1e0-5ef12f1deb8a" providerId="ADAL" clId="{67998794-DD6D-50B7-90B1-D347C1D523CA}" dt="2026-07-07T10:20:14.999" v="2181" actId="20577"/>
              <pc2:cmMkLst xmlns:pc2="http://schemas.microsoft.com/office/powerpoint/2019/9/main/command">
                <pc:docMk/>
                <pc:sldMk cId="3090856486" sldId="592"/>
                <pc2:cmMk id="{FA812687-9ECB-43B6-9D92-F6E584F90023}"/>
              </pc2:cmMkLst>
            </pc226:cmChg>
          </p:ext>
        </pc:extLst>
      </pc:sldChg>
      <pc:sldChg chg="modSp del mod">
        <pc:chgData name="Menini Matosak Bruno" userId="b670492d-3440-448c-a1e0-5ef12f1deb8a" providerId="ADAL" clId="{67998794-DD6D-50B7-90B1-D347C1D523CA}" dt="2026-07-07T10:23:01.145" v="2229" actId="2696"/>
        <pc:sldMkLst>
          <pc:docMk/>
          <pc:sldMk cId="2618307792" sldId="593"/>
        </pc:sldMkLst>
        <pc:spChg chg="mod">
          <ac:chgData name="Menini Matosak Bruno" userId="b670492d-3440-448c-a1e0-5ef12f1deb8a" providerId="ADAL" clId="{67998794-DD6D-50B7-90B1-D347C1D523CA}" dt="2026-07-07T10:20:01.854" v="2168" actId="790"/>
          <ac:spMkLst>
            <pc:docMk/>
            <pc:sldMk cId="2618307792" sldId="593"/>
            <ac:spMk id="2" creationId="{CF6B8EA1-CAC4-BB55-2621-0F611798CDB9}"/>
          </ac:spMkLst>
        </pc:spChg>
        <pc:spChg chg="mod">
          <ac:chgData name="Menini Matosak Bruno" userId="b670492d-3440-448c-a1e0-5ef12f1deb8a" providerId="ADAL" clId="{67998794-DD6D-50B7-90B1-D347C1D523CA}" dt="2026-07-07T10:20:01.854" v="2168" actId="790"/>
          <ac:spMkLst>
            <pc:docMk/>
            <pc:sldMk cId="2618307792" sldId="593"/>
            <ac:spMk id="3" creationId="{1AE7477F-C7CB-0A1E-4B9E-93F997DD0DAD}"/>
          </ac:spMkLst>
        </pc:spChg>
        <pc:picChg chg="mod">
          <ac:chgData name="Menini Matosak Bruno" userId="b670492d-3440-448c-a1e0-5ef12f1deb8a" providerId="ADAL" clId="{67998794-DD6D-50B7-90B1-D347C1D523CA}" dt="2026-07-07T09:03:58.896" v="1479" actId="1076"/>
          <ac:picMkLst>
            <pc:docMk/>
            <pc:sldMk cId="2618307792" sldId="593"/>
            <ac:picMk id="4" creationId="{AC904DDB-A385-C136-5F58-E2854A8C3527}"/>
          </ac:picMkLst>
        </pc:picChg>
      </pc:sldChg>
      <pc:sldChg chg="modSp del mod">
        <pc:chgData name="Menini Matosak Bruno" userId="b670492d-3440-448c-a1e0-5ef12f1deb8a" providerId="ADAL" clId="{67998794-DD6D-50B7-90B1-D347C1D523CA}" dt="2026-07-07T11:22:06.174" v="2311" actId="2696"/>
        <pc:sldMkLst>
          <pc:docMk/>
          <pc:sldMk cId="3385417326" sldId="594"/>
        </pc:sldMkLst>
        <pc:spChg chg="mod">
          <ac:chgData name="Menini Matosak Bruno" userId="b670492d-3440-448c-a1e0-5ef12f1deb8a" providerId="ADAL" clId="{67998794-DD6D-50B7-90B1-D347C1D523CA}" dt="2026-07-07T10:20:01.854" v="2168" actId="790"/>
          <ac:spMkLst>
            <pc:docMk/>
            <pc:sldMk cId="3385417326" sldId="594"/>
            <ac:spMk id="2" creationId="{A750F382-232E-64B4-ED19-535A1EB457FD}"/>
          </ac:spMkLst>
        </pc:spChg>
        <pc:spChg chg="mod">
          <ac:chgData name="Menini Matosak Bruno" userId="b670492d-3440-448c-a1e0-5ef12f1deb8a" providerId="ADAL" clId="{67998794-DD6D-50B7-90B1-D347C1D523CA}" dt="2026-07-07T10:20:01.854" v="2168" actId="790"/>
          <ac:spMkLst>
            <pc:docMk/>
            <pc:sldMk cId="3385417326" sldId="594"/>
            <ac:spMk id="3" creationId="{88902DDE-263D-D934-2EFA-3ABF6DD0513C}"/>
          </ac:spMkLst>
        </pc:spChg>
        <pc:spChg chg="mod">
          <ac:chgData name="Menini Matosak Bruno" userId="b670492d-3440-448c-a1e0-5ef12f1deb8a" providerId="ADAL" clId="{67998794-DD6D-50B7-90B1-D347C1D523CA}" dt="2026-07-07T10:20:01.854" v="2168" actId="790"/>
          <ac:spMkLst>
            <pc:docMk/>
            <pc:sldMk cId="3385417326" sldId="594"/>
            <ac:spMk id="5" creationId="{8FBF0713-6A43-0579-EDFE-7480ABC9DE52}"/>
          </ac:spMkLst>
        </pc:spChg>
        <pc:spChg chg="mod">
          <ac:chgData name="Menini Matosak Bruno" userId="b670492d-3440-448c-a1e0-5ef12f1deb8a" providerId="ADAL" clId="{67998794-DD6D-50B7-90B1-D347C1D523CA}" dt="2026-07-07T10:20:01.854" v="2168" actId="790"/>
          <ac:spMkLst>
            <pc:docMk/>
            <pc:sldMk cId="3385417326" sldId="594"/>
            <ac:spMk id="7" creationId="{A1449359-715E-3177-DFCF-856D63F74936}"/>
          </ac:spMkLst>
        </pc:spChg>
      </pc:sldChg>
      <pc:sldChg chg="modSp del mod">
        <pc:chgData name="Menini Matosak Bruno" userId="b670492d-3440-448c-a1e0-5ef12f1deb8a" providerId="ADAL" clId="{67998794-DD6D-50B7-90B1-D347C1D523CA}" dt="2026-07-07T10:15:58.432" v="2092" actId="2696"/>
        <pc:sldMkLst>
          <pc:docMk/>
          <pc:sldMk cId="3291159710" sldId="596"/>
        </pc:sldMkLst>
        <pc:spChg chg="mod">
          <ac:chgData name="Menini Matosak Bruno" userId="b670492d-3440-448c-a1e0-5ef12f1deb8a" providerId="ADAL" clId="{67998794-DD6D-50B7-90B1-D347C1D523CA}" dt="2026-07-07T09:04:06.440" v="1481" actId="113"/>
          <ac:spMkLst>
            <pc:docMk/>
            <pc:sldMk cId="3291159710" sldId="596"/>
            <ac:spMk id="3" creationId="{4CAB5460-A598-6EC4-B0D6-D6AFADC8FFE0}"/>
          </ac:spMkLst>
        </pc:spChg>
        <pc:picChg chg="mod">
          <ac:chgData name="Menini Matosak Bruno" userId="b670492d-3440-448c-a1e0-5ef12f1deb8a" providerId="ADAL" clId="{67998794-DD6D-50B7-90B1-D347C1D523CA}" dt="2026-07-07T09:01:22.385" v="1460" actId="1076"/>
          <ac:picMkLst>
            <pc:docMk/>
            <pc:sldMk cId="3291159710" sldId="596"/>
            <ac:picMk id="7" creationId="{C0BE3FEA-6196-BA68-FD6D-2E263373A5CB}"/>
          </ac:picMkLst>
        </pc:picChg>
        <pc:picChg chg="mod">
          <ac:chgData name="Menini Matosak Bruno" userId="b670492d-3440-448c-a1e0-5ef12f1deb8a" providerId="ADAL" clId="{67998794-DD6D-50B7-90B1-D347C1D523CA}" dt="2026-07-07T09:01:21.113" v="1459" actId="14100"/>
          <ac:picMkLst>
            <pc:docMk/>
            <pc:sldMk cId="3291159710" sldId="596"/>
            <ac:picMk id="11" creationId="{17CEDCF5-88F1-82FD-53E8-3B2A75A0BA01}"/>
          </ac:picMkLst>
        </pc:picChg>
      </pc:sldChg>
      <pc:sldChg chg="addSp delSp modSp del mod">
        <pc:chgData name="Menini Matosak Bruno" userId="b670492d-3440-448c-a1e0-5ef12f1deb8a" providerId="ADAL" clId="{67998794-DD6D-50B7-90B1-D347C1D523CA}" dt="2026-07-07T11:26:18.493" v="2587" actId="2696"/>
        <pc:sldMkLst>
          <pc:docMk/>
          <pc:sldMk cId="239461485" sldId="597"/>
        </pc:sldMkLst>
        <pc:spChg chg="mod">
          <ac:chgData name="Menini Matosak Bruno" userId="b670492d-3440-448c-a1e0-5ef12f1deb8a" providerId="ADAL" clId="{67998794-DD6D-50B7-90B1-D347C1D523CA}" dt="2026-07-07T10:20:01.854" v="2168" actId="790"/>
          <ac:spMkLst>
            <pc:docMk/>
            <pc:sldMk cId="239461485" sldId="597"/>
            <ac:spMk id="2" creationId="{F09CBD8A-A671-835F-B08F-454E652C426A}"/>
          </ac:spMkLst>
        </pc:spChg>
        <pc:spChg chg="mod">
          <ac:chgData name="Menini Matosak Bruno" userId="b670492d-3440-448c-a1e0-5ef12f1deb8a" providerId="ADAL" clId="{67998794-DD6D-50B7-90B1-D347C1D523CA}" dt="2026-07-07T10:20:01.854" v="2168" actId="790"/>
          <ac:spMkLst>
            <pc:docMk/>
            <pc:sldMk cId="239461485" sldId="597"/>
            <ac:spMk id="3" creationId="{FAC1D88C-398C-423E-AD3D-76F6C621DFC4}"/>
          </ac:spMkLst>
        </pc:spChg>
        <pc:spChg chg="add del mod">
          <ac:chgData name="Menini Matosak Bruno" userId="b670492d-3440-448c-a1e0-5ef12f1deb8a" providerId="ADAL" clId="{67998794-DD6D-50B7-90B1-D347C1D523CA}" dt="2026-07-07T08:47:00.205" v="1123" actId="478"/>
          <ac:spMkLst>
            <pc:docMk/>
            <pc:sldMk cId="239461485" sldId="597"/>
            <ac:spMk id="5" creationId="{A12F2BCE-7000-B331-4626-A9E632908370}"/>
          </ac:spMkLst>
        </pc:spChg>
        <pc:spChg chg="add mod">
          <ac:chgData name="Menini Matosak Bruno" userId="b670492d-3440-448c-a1e0-5ef12f1deb8a" providerId="ADAL" clId="{67998794-DD6D-50B7-90B1-D347C1D523CA}" dt="2026-07-07T10:20:01.854" v="2168" actId="790"/>
          <ac:spMkLst>
            <pc:docMk/>
            <pc:sldMk cId="239461485" sldId="597"/>
            <ac:spMk id="6" creationId="{8EB5209D-13CF-9730-617C-EC9EEB8AC15B}"/>
          </ac:spMkLst>
        </pc:spChg>
        <pc:picChg chg="add mod">
          <ac:chgData name="Menini Matosak Bruno" userId="b670492d-3440-448c-a1e0-5ef12f1deb8a" providerId="ADAL" clId="{67998794-DD6D-50B7-90B1-D347C1D523CA}" dt="2026-07-07T08:50:47.415" v="1173" actId="1076"/>
          <ac:picMkLst>
            <pc:docMk/>
            <pc:sldMk cId="239461485" sldId="597"/>
            <ac:picMk id="4" creationId="{E88F4458-34C5-8FE2-3E70-12F87384F296}"/>
          </ac:picMkLst>
        </pc:picChg>
      </pc:sldChg>
      <pc:sldChg chg="del">
        <pc:chgData name="Menini Matosak Bruno" userId="b670492d-3440-448c-a1e0-5ef12f1deb8a" providerId="ADAL" clId="{67998794-DD6D-50B7-90B1-D347C1D523CA}" dt="2026-07-07T10:14:16.670" v="2088" actId="2696"/>
        <pc:sldMkLst>
          <pc:docMk/>
          <pc:sldMk cId="1430302823" sldId="598"/>
        </pc:sldMkLst>
      </pc:sldChg>
      <pc:sldChg chg="addSp delSp modSp new mod">
        <pc:chgData name="Menini Matosak Bruno" userId="b670492d-3440-448c-a1e0-5ef12f1deb8a" providerId="ADAL" clId="{67998794-DD6D-50B7-90B1-D347C1D523CA}" dt="2026-07-07T09:03:48.841" v="1475" actId="113"/>
        <pc:sldMkLst>
          <pc:docMk/>
          <pc:sldMk cId="2987713085" sldId="598"/>
        </pc:sldMkLst>
        <pc:spChg chg="mod">
          <ac:chgData name="Menini Matosak Bruno" userId="b670492d-3440-448c-a1e0-5ef12f1deb8a" providerId="ADAL" clId="{67998794-DD6D-50B7-90B1-D347C1D523CA}" dt="2026-07-07T09:03:48.841" v="1475" actId="113"/>
          <ac:spMkLst>
            <pc:docMk/>
            <pc:sldMk cId="2987713085" sldId="598"/>
            <ac:spMk id="2" creationId="{98A13E25-3417-4AB9-C43B-ED4DF4FFFDA9}"/>
          </ac:spMkLst>
        </pc:spChg>
        <pc:spChg chg="del">
          <ac:chgData name="Menini Matosak Bruno" userId="b670492d-3440-448c-a1e0-5ef12f1deb8a" providerId="ADAL" clId="{67998794-DD6D-50B7-90B1-D347C1D523CA}" dt="2026-07-07T07:56:31.623" v="2"/>
          <ac:spMkLst>
            <pc:docMk/>
            <pc:sldMk cId="2987713085" sldId="598"/>
            <ac:spMk id="3" creationId="{575C4246-3138-463F-CA93-0964AD441B25}"/>
          </ac:spMkLst>
        </pc:spChg>
        <pc:spChg chg="add del mod">
          <ac:chgData name="Menini Matosak Bruno" userId="b670492d-3440-448c-a1e0-5ef12f1deb8a" providerId="ADAL" clId="{67998794-DD6D-50B7-90B1-D347C1D523CA}" dt="2026-07-07T07:58:16.537" v="31"/>
          <ac:spMkLst>
            <pc:docMk/>
            <pc:sldMk cId="2987713085" sldId="598"/>
            <ac:spMk id="6" creationId="{8C2F1CFA-0BEA-E364-7418-A3ED4B90B82B}"/>
          </ac:spMkLst>
        </pc:spChg>
        <pc:spChg chg="add del mod">
          <ac:chgData name="Menini Matosak Bruno" userId="b670492d-3440-448c-a1e0-5ef12f1deb8a" providerId="ADAL" clId="{67998794-DD6D-50B7-90B1-D347C1D523CA}" dt="2026-07-07T08:05:02.059" v="84" actId="1076"/>
          <ac:spMkLst>
            <pc:docMk/>
            <pc:sldMk cId="2987713085" sldId="598"/>
            <ac:spMk id="7" creationId="{7A63E936-C757-FBFA-F8CD-34A18B057F06}"/>
          </ac:spMkLst>
        </pc:spChg>
        <pc:spChg chg="add mod">
          <ac:chgData name="Menini Matosak Bruno" userId="b670492d-3440-448c-a1e0-5ef12f1deb8a" providerId="ADAL" clId="{67998794-DD6D-50B7-90B1-D347C1D523CA}" dt="2026-07-07T08:03:44.813" v="78" actId="767"/>
          <ac:spMkLst>
            <pc:docMk/>
            <pc:sldMk cId="2987713085" sldId="598"/>
            <ac:spMk id="8" creationId="{6BFF4E63-E788-AAA6-BA9D-1A86E72B116B}"/>
          </ac:spMkLst>
        </pc:spChg>
        <pc:spChg chg="add mod">
          <ac:chgData name="Menini Matosak Bruno" userId="b670492d-3440-448c-a1e0-5ef12f1deb8a" providerId="ADAL" clId="{67998794-DD6D-50B7-90B1-D347C1D523CA}" dt="2026-07-07T08:04:58.459" v="83" actId="1076"/>
          <ac:spMkLst>
            <pc:docMk/>
            <pc:sldMk cId="2987713085" sldId="598"/>
            <ac:spMk id="10" creationId="{B7541638-09C9-E1A0-DB8B-6A365D2B12B0}"/>
          </ac:spMkLst>
        </pc:spChg>
        <pc:picChg chg="add mod ord">
          <ac:chgData name="Menini Matosak Bruno" userId="b670492d-3440-448c-a1e0-5ef12f1deb8a" providerId="ADAL" clId="{67998794-DD6D-50B7-90B1-D347C1D523CA}" dt="2026-07-07T08:24:01.983" v="576" actId="16480"/>
          <ac:picMkLst>
            <pc:docMk/>
            <pc:sldMk cId="2987713085" sldId="598"/>
            <ac:picMk id="5" creationId="{38C64EE7-4047-1DA5-8246-63556B3275A5}"/>
          </ac:picMkLst>
        </pc:picChg>
      </pc:sldChg>
      <pc:sldChg chg="modSp del mod ord">
        <pc:chgData name="Menini Matosak Bruno" userId="b670492d-3440-448c-a1e0-5ef12f1deb8a" providerId="ADAL" clId="{67998794-DD6D-50B7-90B1-D347C1D523CA}" dt="2026-07-07T12:36:52.230" v="3952" actId="2696"/>
        <pc:sldMkLst>
          <pc:docMk/>
          <pc:sldMk cId="844575255" sldId="599"/>
        </pc:sldMkLst>
        <pc:spChg chg="mod">
          <ac:chgData name="Menini Matosak Bruno" userId="b670492d-3440-448c-a1e0-5ef12f1deb8a" providerId="ADAL" clId="{67998794-DD6D-50B7-90B1-D347C1D523CA}" dt="2026-07-07T10:20:01.854" v="2168" actId="790"/>
          <ac:spMkLst>
            <pc:docMk/>
            <pc:sldMk cId="844575255" sldId="599"/>
            <ac:spMk id="2" creationId="{38FBC0E0-79DC-F1E2-157D-4B0CC9311A38}"/>
          </ac:spMkLst>
        </pc:spChg>
        <pc:spChg chg="mod">
          <ac:chgData name="Menini Matosak Bruno" userId="b670492d-3440-448c-a1e0-5ef12f1deb8a" providerId="ADAL" clId="{67998794-DD6D-50B7-90B1-D347C1D523CA}" dt="2026-07-07T10:20:01.854" v="2168" actId="790"/>
          <ac:spMkLst>
            <pc:docMk/>
            <pc:sldMk cId="844575255" sldId="599"/>
            <ac:spMk id="3" creationId="{2EF3C95C-107D-E429-4A1E-13E2C6CD01DC}"/>
          </ac:spMkLst>
        </pc:spChg>
      </pc:sldChg>
      <pc:sldChg chg="addSp delSp modSp new mod">
        <pc:chgData name="Menini Matosak Bruno" userId="b670492d-3440-448c-a1e0-5ef12f1deb8a" providerId="ADAL" clId="{67998794-DD6D-50B7-90B1-D347C1D523CA}" dt="2026-07-07T08:07:07.206" v="115" actId="1076"/>
        <pc:sldMkLst>
          <pc:docMk/>
          <pc:sldMk cId="4088827841" sldId="599"/>
        </pc:sldMkLst>
        <pc:spChg chg="del mod">
          <ac:chgData name="Menini Matosak Bruno" userId="b670492d-3440-448c-a1e0-5ef12f1deb8a" providerId="ADAL" clId="{67998794-DD6D-50B7-90B1-D347C1D523CA}" dt="2026-07-07T08:05:52.979" v="91" actId="478"/>
          <ac:spMkLst>
            <pc:docMk/>
            <pc:sldMk cId="4088827841" sldId="599"/>
            <ac:spMk id="2" creationId="{0B5F5393-AC6B-2F9A-9F97-369C3A4E0BCA}"/>
          </ac:spMkLst>
        </pc:spChg>
        <pc:spChg chg="del">
          <ac:chgData name="Menini Matosak Bruno" userId="b670492d-3440-448c-a1e0-5ef12f1deb8a" providerId="ADAL" clId="{67998794-DD6D-50B7-90B1-D347C1D523CA}" dt="2026-07-07T08:05:46.770" v="86" actId="478"/>
          <ac:spMkLst>
            <pc:docMk/>
            <pc:sldMk cId="4088827841" sldId="599"/>
            <ac:spMk id="3" creationId="{49CE2B89-52D6-1DA2-45BC-5D283F1DF5B6}"/>
          </ac:spMkLst>
        </pc:spChg>
        <pc:spChg chg="add del mod">
          <ac:chgData name="Menini Matosak Bruno" userId="b670492d-3440-448c-a1e0-5ef12f1deb8a" providerId="ADAL" clId="{67998794-DD6D-50B7-90B1-D347C1D523CA}" dt="2026-07-07T08:05:55.874" v="92" actId="478"/>
          <ac:spMkLst>
            <pc:docMk/>
            <pc:sldMk cId="4088827841" sldId="599"/>
            <ac:spMk id="6" creationId="{B66E5389-B079-DA10-C419-3B3532624205}"/>
          </ac:spMkLst>
        </pc:spChg>
        <pc:picChg chg="add mod">
          <ac:chgData name="Menini Matosak Bruno" userId="b670492d-3440-448c-a1e0-5ef12f1deb8a" providerId="ADAL" clId="{67998794-DD6D-50B7-90B1-D347C1D523CA}" dt="2026-07-07T08:06:44.771" v="108" actId="1076"/>
          <ac:picMkLst>
            <pc:docMk/>
            <pc:sldMk cId="4088827841" sldId="599"/>
            <ac:picMk id="4" creationId="{37B45CE5-AB57-77CB-5D83-263FC909849B}"/>
          </ac:picMkLst>
        </pc:picChg>
        <pc:picChg chg="add mod">
          <ac:chgData name="Menini Matosak Bruno" userId="b670492d-3440-448c-a1e0-5ef12f1deb8a" providerId="ADAL" clId="{67998794-DD6D-50B7-90B1-D347C1D523CA}" dt="2026-07-07T08:06:22.196" v="99" actId="1076"/>
          <ac:picMkLst>
            <pc:docMk/>
            <pc:sldMk cId="4088827841" sldId="599"/>
            <ac:picMk id="7" creationId="{CA2A1605-ED6C-9244-706E-A063B23B727F}"/>
          </ac:picMkLst>
        </pc:picChg>
        <pc:picChg chg="add mod">
          <ac:chgData name="Menini Matosak Bruno" userId="b670492d-3440-448c-a1e0-5ef12f1deb8a" providerId="ADAL" clId="{67998794-DD6D-50B7-90B1-D347C1D523CA}" dt="2026-07-07T08:06:41.643" v="106" actId="1076"/>
          <ac:picMkLst>
            <pc:docMk/>
            <pc:sldMk cId="4088827841" sldId="599"/>
            <ac:picMk id="8" creationId="{684EC63E-7291-855D-8CC2-E35704F9B50B}"/>
          </ac:picMkLst>
        </pc:picChg>
        <pc:picChg chg="add mod">
          <ac:chgData name="Menini Matosak Bruno" userId="b670492d-3440-448c-a1e0-5ef12f1deb8a" providerId="ADAL" clId="{67998794-DD6D-50B7-90B1-D347C1D523CA}" dt="2026-07-07T08:07:07.206" v="115" actId="1076"/>
          <ac:picMkLst>
            <pc:docMk/>
            <pc:sldMk cId="4088827841" sldId="599"/>
            <ac:picMk id="9" creationId="{04F8C861-7FEE-6DC3-6874-A22D6FA16B8D}"/>
          </ac:picMkLst>
        </pc:picChg>
      </pc:sldChg>
      <pc:sldChg chg="modSp add del mod">
        <pc:chgData name="Menini Matosak Bruno" userId="b670492d-3440-448c-a1e0-5ef12f1deb8a" providerId="ADAL" clId="{67998794-DD6D-50B7-90B1-D347C1D523CA}" dt="2026-07-07T11:31:23.325" v="2741" actId="2696"/>
        <pc:sldMkLst>
          <pc:docMk/>
          <pc:sldMk cId="1779106430" sldId="600"/>
        </pc:sldMkLst>
        <pc:spChg chg="mod">
          <ac:chgData name="Menini Matosak Bruno" userId="b670492d-3440-448c-a1e0-5ef12f1deb8a" providerId="ADAL" clId="{67998794-DD6D-50B7-90B1-D347C1D523CA}" dt="2026-07-07T10:20:01.854" v="2168" actId="790"/>
          <ac:spMkLst>
            <pc:docMk/>
            <pc:sldMk cId="1779106430" sldId="600"/>
            <ac:spMk id="2" creationId="{E6ABB9FA-C44D-B896-A32C-D6E888774501}"/>
          </ac:spMkLst>
        </pc:spChg>
        <pc:spChg chg="mod">
          <ac:chgData name="Menini Matosak Bruno" userId="b670492d-3440-448c-a1e0-5ef12f1deb8a" providerId="ADAL" clId="{67998794-DD6D-50B7-90B1-D347C1D523CA}" dt="2026-07-07T10:20:01.854" v="2168" actId="790"/>
          <ac:spMkLst>
            <pc:docMk/>
            <pc:sldMk cId="1779106430" sldId="600"/>
            <ac:spMk id="3" creationId="{EAC9E0D7-533D-9226-3A50-5B5783E59FD1}"/>
          </ac:spMkLst>
        </pc:spChg>
      </pc:sldChg>
      <pc:sldChg chg="addSp delSp modSp new mod">
        <pc:chgData name="Menini Matosak Bruno" userId="b670492d-3440-448c-a1e0-5ef12f1deb8a" providerId="ADAL" clId="{67998794-DD6D-50B7-90B1-D347C1D523CA}" dt="2026-07-07T09:03:44.940" v="1474" actId="113"/>
        <pc:sldMkLst>
          <pc:docMk/>
          <pc:sldMk cId="2101058720" sldId="600"/>
        </pc:sldMkLst>
        <pc:spChg chg="mod">
          <ac:chgData name="Menini Matosak Bruno" userId="b670492d-3440-448c-a1e0-5ef12f1deb8a" providerId="ADAL" clId="{67998794-DD6D-50B7-90B1-D347C1D523CA}" dt="2026-07-07T09:03:44.940" v="1474" actId="113"/>
          <ac:spMkLst>
            <pc:docMk/>
            <pc:sldMk cId="2101058720" sldId="600"/>
            <ac:spMk id="2" creationId="{224827A9-3F89-A42D-EE14-11B448D8F600}"/>
          </ac:spMkLst>
        </pc:spChg>
        <pc:spChg chg="del">
          <ac:chgData name="Menini Matosak Bruno" userId="b670492d-3440-448c-a1e0-5ef12f1deb8a" providerId="ADAL" clId="{67998794-DD6D-50B7-90B1-D347C1D523CA}" dt="2026-07-07T08:08:08.572" v="143" actId="478"/>
          <ac:spMkLst>
            <pc:docMk/>
            <pc:sldMk cId="2101058720" sldId="600"/>
            <ac:spMk id="3" creationId="{9139235A-CDC2-8FEC-3034-528F7F67D36B}"/>
          </ac:spMkLst>
        </pc:spChg>
        <pc:picChg chg="add mod">
          <ac:chgData name="Menini Matosak Bruno" userId="b670492d-3440-448c-a1e0-5ef12f1deb8a" providerId="ADAL" clId="{67998794-DD6D-50B7-90B1-D347C1D523CA}" dt="2026-07-07T08:24:10.173" v="577"/>
          <ac:picMkLst>
            <pc:docMk/>
            <pc:sldMk cId="2101058720" sldId="600"/>
            <ac:picMk id="5" creationId="{90B4B20E-E493-1241-1C4C-2CDADC771B33}"/>
          </ac:picMkLst>
        </pc:picChg>
        <pc:picChg chg="add mod">
          <ac:chgData name="Menini Matosak Bruno" userId="b670492d-3440-448c-a1e0-5ef12f1deb8a" providerId="ADAL" clId="{67998794-DD6D-50B7-90B1-D347C1D523CA}" dt="2026-07-07T08:12:58.176" v="171" actId="14100"/>
          <ac:picMkLst>
            <pc:docMk/>
            <pc:sldMk cId="2101058720" sldId="600"/>
            <ac:picMk id="6" creationId="{C3921595-0014-27FE-5C77-2D7EA767F008}"/>
          </ac:picMkLst>
        </pc:picChg>
      </pc:sldChg>
      <pc:sldChg chg="modSp del mod ord">
        <pc:chgData name="Menini Matosak Bruno" userId="b670492d-3440-448c-a1e0-5ef12f1deb8a" providerId="ADAL" clId="{67998794-DD6D-50B7-90B1-D347C1D523CA}" dt="2026-07-07T12:32:25.539" v="3662" actId="2696"/>
        <pc:sldMkLst>
          <pc:docMk/>
          <pc:sldMk cId="1788794499" sldId="601"/>
        </pc:sldMkLst>
        <pc:spChg chg="mod">
          <ac:chgData name="Menini Matosak Bruno" userId="b670492d-3440-448c-a1e0-5ef12f1deb8a" providerId="ADAL" clId="{67998794-DD6D-50B7-90B1-D347C1D523CA}" dt="2026-07-07T10:20:01.854" v="2168" actId="790"/>
          <ac:spMkLst>
            <pc:docMk/>
            <pc:sldMk cId="1788794499" sldId="601"/>
            <ac:spMk id="2" creationId="{36F98880-CE1B-8083-9D9B-9B6D73B83C4E}"/>
          </ac:spMkLst>
        </pc:spChg>
        <pc:spChg chg="mod">
          <ac:chgData name="Menini Matosak Bruno" userId="b670492d-3440-448c-a1e0-5ef12f1deb8a" providerId="ADAL" clId="{67998794-DD6D-50B7-90B1-D347C1D523CA}" dt="2026-07-07T10:20:01.854" v="2168" actId="790"/>
          <ac:spMkLst>
            <pc:docMk/>
            <pc:sldMk cId="1788794499" sldId="601"/>
            <ac:spMk id="3" creationId="{27D0D62B-BEA6-7B60-05F7-A88198DA4010}"/>
          </ac:spMkLst>
        </pc:spChg>
      </pc:sldChg>
      <pc:sldChg chg="addSp delSp modSp new mod modClrScheme chgLayout">
        <pc:chgData name="Menini Matosak Bruno" userId="b670492d-3440-448c-a1e0-5ef12f1deb8a" providerId="ADAL" clId="{67998794-DD6D-50B7-90B1-D347C1D523CA}" dt="2026-07-07T09:00:24.679" v="1346" actId="14838"/>
        <pc:sldMkLst>
          <pc:docMk/>
          <pc:sldMk cId="3828473473" sldId="601"/>
        </pc:sldMkLst>
        <pc:spChg chg="del mod ord">
          <ac:chgData name="Menini Matosak Bruno" userId="b670492d-3440-448c-a1e0-5ef12f1deb8a" providerId="ADAL" clId="{67998794-DD6D-50B7-90B1-D347C1D523CA}" dt="2026-07-07T08:13:57.470" v="212" actId="700"/>
          <ac:spMkLst>
            <pc:docMk/>
            <pc:sldMk cId="3828473473" sldId="601"/>
            <ac:spMk id="2" creationId="{6BBF48D0-E028-9016-113A-576C0940794B}"/>
          </ac:spMkLst>
        </pc:spChg>
        <pc:spChg chg="del mod ord">
          <ac:chgData name="Menini Matosak Bruno" userId="b670492d-3440-448c-a1e0-5ef12f1deb8a" providerId="ADAL" clId="{67998794-DD6D-50B7-90B1-D347C1D523CA}" dt="2026-07-07T08:13:57.470" v="212" actId="700"/>
          <ac:spMkLst>
            <pc:docMk/>
            <pc:sldMk cId="3828473473" sldId="601"/>
            <ac:spMk id="3" creationId="{C822E1C7-2765-6C32-5DBF-220CFFE2490F}"/>
          </ac:spMkLst>
        </pc:spChg>
        <pc:spChg chg="add mod ord">
          <ac:chgData name="Menini Matosak Bruno" userId="b670492d-3440-448c-a1e0-5ef12f1deb8a" providerId="ADAL" clId="{67998794-DD6D-50B7-90B1-D347C1D523CA}" dt="2026-07-07T09:00:24.679" v="1346" actId="14838"/>
          <ac:spMkLst>
            <pc:docMk/>
            <pc:sldMk cId="3828473473" sldId="601"/>
            <ac:spMk id="4" creationId="{4A23F3B8-F268-9D59-5AE8-DF99B57219C6}"/>
          </ac:spMkLst>
        </pc:spChg>
        <pc:spChg chg="add del mod ord">
          <ac:chgData name="Menini Matosak Bruno" userId="b670492d-3440-448c-a1e0-5ef12f1deb8a" providerId="ADAL" clId="{67998794-DD6D-50B7-90B1-D347C1D523CA}" dt="2026-07-07T08:14:35.150" v="226" actId="478"/>
          <ac:spMkLst>
            <pc:docMk/>
            <pc:sldMk cId="3828473473" sldId="601"/>
            <ac:spMk id="5" creationId="{AF8D0278-401C-60D6-01FE-0B3D492A7850}"/>
          </ac:spMkLst>
        </pc:spChg>
        <pc:spChg chg="add del mod">
          <ac:chgData name="Menini Matosak Bruno" userId="b670492d-3440-448c-a1e0-5ef12f1deb8a" providerId="ADAL" clId="{67998794-DD6D-50B7-90B1-D347C1D523CA}" dt="2026-07-07T08:25:44.905" v="587" actId="478"/>
          <ac:spMkLst>
            <pc:docMk/>
            <pc:sldMk cId="3828473473" sldId="601"/>
            <ac:spMk id="9" creationId="{1E431775-D1C5-7A34-EE64-A358266A4F26}"/>
          </ac:spMkLst>
        </pc:spChg>
        <pc:picChg chg="add mod">
          <ac:chgData name="Menini Matosak Bruno" userId="b670492d-3440-448c-a1e0-5ef12f1deb8a" providerId="ADAL" clId="{67998794-DD6D-50B7-90B1-D347C1D523CA}" dt="2026-07-07T08:14:14.107" v="224" actId="14100"/>
          <ac:picMkLst>
            <pc:docMk/>
            <pc:sldMk cId="3828473473" sldId="601"/>
            <ac:picMk id="6" creationId="{FA2DD8BF-7372-CD9A-3099-743524109317}"/>
          </ac:picMkLst>
        </pc:picChg>
        <pc:picChg chg="add mod">
          <ac:chgData name="Menini Matosak Bruno" userId="b670492d-3440-448c-a1e0-5ef12f1deb8a" providerId="ADAL" clId="{67998794-DD6D-50B7-90B1-D347C1D523CA}" dt="2026-07-07T08:14:17.293" v="225" actId="1076"/>
          <ac:picMkLst>
            <pc:docMk/>
            <pc:sldMk cId="3828473473" sldId="601"/>
            <ac:picMk id="7" creationId="{A4A82C55-8F84-4902-1B47-5677B4FBBEFD}"/>
          </ac:picMkLst>
        </pc:picChg>
        <pc:picChg chg="add mod modCrop">
          <ac:chgData name="Menini Matosak Bruno" userId="b670492d-3440-448c-a1e0-5ef12f1deb8a" providerId="ADAL" clId="{67998794-DD6D-50B7-90B1-D347C1D523CA}" dt="2026-07-07T08:25:12.465" v="582" actId="167"/>
          <ac:picMkLst>
            <pc:docMk/>
            <pc:sldMk cId="3828473473" sldId="601"/>
            <ac:picMk id="8" creationId="{9D13026F-8F05-DB30-2DE3-583654FF075B}"/>
          </ac:picMkLst>
        </pc:picChg>
      </pc:sldChg>
      <pc:sldChg chg="addSp modSp new del mod">
        <pc:chgData name="Menini Matosak Bruno" userId="b670492d-3440-448c-a1e0-5ef12f1deb8a" providerId="ADAL" clId="{67998794-DD6D-50B7-90B1-D347C1D523CA}" dt="2026-07-07T12:37:05.580" v="3953" actId="2696"/>
        <pc:sldMkLst>
          <pc:docMk/>
          <pc:sldMk cId="3045011095" sldId="602"/>
        </pc:sldMkLst>
        <pc:spChg chg="mod">
          <ac:chgData name="Menini Matosak Bruno" userId="b670492d-3440-448c-a1e0-5ef12f1deb8a" providerId="ADAL" clId="{67998794-DD6D-50B7-90B1-D347C1D523CA}" dt="2026-07-07T10:20:01.854" v="2168" actId="790"/>
          <ac:spMkLst>
            <pc:docMk/>
            <pc:sldMk cId="3045011095" sldId="602"/>
            <ac:spMk id="2" creationId="{78D4740B-C6C7-C32B-41E2-5B432C8CE615}"/>
          </ac:spMkLst>
        </pc:spChg>
        <pc:spChg chg="mod">
          <ac:chgData name="Menini Matosak Bruno" userId="b670492d-3440-448c-a1e0-5ef12f1deb8a" providerId="ADAL" clId="{67998794-DD6D-50B7-90B1-D347C1D523CA}" dt="2026-07-07T10:20:01.854" v="2168" actId="790"/>
          <ac:spMkLst>
            <pc:docMk/>
            <pc:sldMk cId="3045011095" sldId="602"/>
            <ac:spMk id="3" creationId="{D762CF58-FD58-EC15-AD4C-94F96ED8F127}"/>
          </ac:spMkLst>
        </pc:spChg>
        <pc:picChg chg="add mod modCrop">
          <ac:chgData name="Menini Matosak Bruno" userId="b670492d-3440-448c-a1e0-5ef12f1deb8a" providerId="ADAL" clId="{67998794-DD6D-50B7-90B1-D347C1D523CA}" dt="2026-07-07T09:03:12.485" v="1470" actId="732"/>
          <ac:picMkLst>
            <pc:docMk/>
            <pc:sldMk cId="3045011095" sldId="602"/>
            <ac:picMk id="4" creationId="{C8DCD4A1-C48D-0FD6-9331-82226767E631}"/>
          </ac:picMkLst>
        </pc:picChg>
        <pc:picChg chg="add mod modCrop">
          <ac:chgData name="Menini Matosak Bruno" userId="b670492d-3440-448c-a1e0-5ef12f1deb8a" providerId="ADAL" clId="{67998794-DD6D-50B7-90B1-D347C1D523CA}" dt="2026-07-07T09:03:20.614" v="1472" actId="14100"/>
          <ac:picMkLst>
            <pc:docMk/>
            <pc:sldMk cId="3045011095" sldId="602"/>
            <ac:picMk id="5" creationId="{7612CC86-9BD0-15DA-1D14-9C48476189BA}"/>
          </ac:picMkLst>
        </pc:picChg>
      </pc:sldChg>
      <pc:sldChg chg="addSp delSp modSp add mod">
        <pc:chgData name="Menini Matosak Bruno" userId="b670492d-3440-448c-a1e0-5ef12f1deb8a" providerId="ADAL" clId="{67998794-DD6D-50B7-90B1-D347C1D523CA}" dt="2026-07-08T11:14:54.408" v="5206" actId="20577"/>
        <pc:sldMkLst>
          <pc:docMk/>
          <pc:sldMk cId="2718092266" sldId="603"/>
        </pc:sldMkLst>
        <pc:spChg chg="add mod">
          <ac:chgData name="Menini Matosak Bruno" userId="b670492d-3440-448c-a1e0-5ef12f1deb8a" providerId="ADAL" clId="{67998794-DD6D-50B7-90B1-D347C1D523CA}" dt="2026-07-07T10:20:01.854" v="2168" actId="790"/>
          <ac:spMkLst>
            <pc:docMk/>
            <pc:sldMk cId="2718092266" sldId="603"/>
            <ac:spMk id="4" creationId="{C08CDB44-99D7-7F52-9E18-E34BE9DAC186}"/>
          </ac:spMkLst>
        </pc:spChg>
        <pc:spChg chg="mod">
          <ac:chgData name="Menini Matosak Bruno" userId="b670492d-3440-448c-a1e0-5ef12f1deb8a" providerId="ADAL" clId="{67998794-DD6D-50B7-90B1-D347C1D523CA}" dt="2026-07-07T11:55:53.021" v="3165" actId="207"/>
          <ac:spMkLst>
            <pc:docMk/>
            <pc:sldMk cId="2718092266" sldId="603"/>
            <ac:spMk id="5" creationId="{3913E2FD-E266-646E-3405-E8D27127992E}"/>
          </ac:spMkLst>
        </pc:spChg>
        <pc:spChg chg="del">
          <ac:chgData name="Menini Matosak Bruno" userId="b670492d-3440-448c-a1e0-5ef12f1deb8a" providerId="ADAL" clId="{67998794-DD6D-50B7-90B1-D347C1D523CA}" dt="2026-07-07T09:52:24.233" v="2017" actId="478"/>
          <ac:spMkLst>
            <pc:docMk/>
            <pc:sldMk cId="2718092266" sldId="603"/>
            <ac:spMk id="6" creationId="{E102C9EC-CA81-F97F-2190-87BC954A1306}"/>
          </ac:spMkLst>
        </pc:spChg>
        <pc:spChg chg="mod">
          <ac:chgData name="Menini Matosak Bruno" userId="b670492d-3440-448c-a1e0-5ef12f1deb8a" providerId="ADAL" clId="{67998794-DD6D-50B7-90B1-D347C1D523CA}" dt="2026-07-08T11:14:54.408" v="5206" actId="20577"/>
          <ac:spMkLst>
            <pc:docMk/>
            <pc:sldMk cId="2718092266" sldId="603"/>
            <ac:spMk id="7" creationId="{BE637B28-A3AA-6930-903A-BC2AC36AD70A}"/>
          </ac:spMkLst>
        </pc:spChg>
        <pc:picChg chg="add mod">
          <ac:chgData name="Menini Matosak Bruno" userId="b670492d-3440-448c-a1e0-5ef12f1deb8a" providerId="ADAL" clId="{67998794-DD6D-50B7-90B1-D347C1D523CA}" dt="2026-07-07T12:54:58.175" v="4126" actId="1076"/>
          <ac:picMkLst>
            <pc:docMk/>
            <pc:sldMk cId="2718092266" sldId="603"/>
            <ac:picMk id="2" creationId="{58364E70-1764-B22E-4150-80FA37588C5C}"/>
          </ac:picMkLst>
        </pc:picChg>
        <pc:picChg chg="add mod">
          <ac:chgData name="Menini Matosak Bruno" userId="b670492d-3440-448c-a1e0-5ef12f1deb8a" providerId="ADAL" clId="{67998794-DD6D-50B7-90B1-D347C1D523CA}" dt="2026-07-07T12:54:56.590" v="4125" actId="1076"/>
          <ac:picMkLst>
            <pc:docMk/>
            <pc:sldMk cId="2718092266" sldId="603"/>
            <ac:picMk id="3" creationId="{F4E666DF-87B0-C27E-3160-FF37541AB468}"/>
          </ac:picMkLst>
        </pc:picChg>
      </pc:sldChg>
      <pc:sldChg chg="modSp del mod">
        <pc:chgData name="Menini Matosak Bruno" userId="b670492d-3440-448c-a1e0-5ef12f1deb8a" providerId="ADAL" clId="{67998794-DD6D-50B7-90B1-D347C1D523CA}" dt="2026-07-07T11:51:35.928" v="3116" actId="2696"/>
        <pc:sldMkLst>
          <pc:docMk/>
          <pc:sldMk cId="2987713085" sldId="604"/>
        </pc:sldMkLst>
        <pc:spChg chg="mod">
          <ac:chgData name="Menini Matosak Bruno" userId="b670492d-3440-448c-a1e0-5ef12f1deb8a" providerId="ADAL" clId="{67998794-DD6D-50B7-90B1-D347C1D523CA}" dt="2026-07-07T10:20:01.854" v="2168" actId="790"/>
          <ac:spMkLst>
            <pc:docMk/>
            <pc:sldMk cId="2987713085" sldId="604"/>
            <ac:spMk id="2" creationId="{98A13E25-3417-4AB9-C43B-ED4DF4FFFDA9}"/>
          </ac:spMkLst>
        </pc:spChg>
        <pc:spChg chg="mod">
          <ac:chgData name="Menini Matosak Bruno" userId="b670492d-3440-448c-a1e0-5ef12f1deb8a" providerId="ADAL" clId="{67998794-DD6D-50B7-90B1-D347C1D523CA}" dt="2026-07-07T10:20:01.854" v="2168" actId="790"/>
          <ac:spMkLst>
            <pc:docMk/>
            <pc:sldMk cId="2987713085" sldId="604"/>
            <ac:spMk id="7" creationId="{7A63E936-C757-FBFA-F8CD-34A18B057F06}"/>
          </ac:spMkLst>
        </pc:spChg>
        <pc:spChg chg="mod">
          <ac:chgData name="Menini Matosak Bruno" userId="b670492d-3440-448c-a1e0-5ef12f1deb8a" providerId="ADAL" clId="{67998794-DD6D-50B7-90B1-D347C1D523CA}" dt="2026-07-07T10:20:01.854" v="2168" actId="790"/>
          <ac:spMkLst>
            <pc:docMk/>
            <pc:sldMk cId="2987713085" sldId="604"/>
            <ac:spMk id="10" creationId="{B7541638-09C9-E1A0-DB8B-6A365D2B12B0}"/>
          </ac:spMkLst>
        </pc:spChg>
      </pc:sldChg>
      <pc:sldChg chg="del">
        <pc:chgData name="Menini Matosak Bruno" userId="b670492d-3440-448c-a1e0-5ef12f1deb8a" providerId="ADAL" clId="{67998794-DD6D-50B7-90B1-D347C1D523CA}" dt="2026-07-07T12:08:31.827" v="3357" actId="2696"/>
        <pc:sldMkLst>
          <pc:docMk/>
          <pc:sldMk cId="4088827841" sldId="605"/>
        </pc:sldMkLst>
      </pc:sldChg>
      <pc:sldChg chg="modSp del mod">
        <pc:chgData name="Menini Matosak Bruno" userId="b670492d-3440-448c-a1e0-5ef12f1deb8a" providerId="ADAL" clId="{67998794-DD6D-50B7-90B1-D347C1D523CA}" dt="2026-07-07T12:15:45.629" v="3434" actId="2696"/>
        <pc:sldMkLst>
          <pc:docMk/>
          <pc:sldMk cId="2101058720" sldId="606"/>
        </pc:sldMkLst>
        <pc:spChg chg="mod">
          <ac:chgData name="Menini Matosak Bruno" userId="b670492d-3440-448c-a1e0-5ef12f1deb8a" providerId="ADAL" clId="{67998794-DD6D-50B7-90B1-D347C1D523CA}" dt="2026-07-07T10:20:01.854" v="2168" actId="790"/>
          <ac:spMkLst>
            <pc:docMk/>
            <pc:sldMk cId="2101058720" sldId="606"/>
            <ac:spMk id="2" creationId="{224827A9-3F89-A42D-EE14-11B448D8F600}"/>
          </ac:spMkLst>
        </pc:spChg>
      </pc:sldChg>
      <pc:sldChg chg="modSp del mod">
        <pc:chgData name="Menini Matosak Bruno" userId="b670492d-3440-448c-a1e0-5ef12f1deb8a" providerId="ADAL" clId="{67998794-DD6D-50B7-90B1-D347C1D523CA}" dt="2026-07-07T12:36:46.236" v="3951" actId="2696"/>
        <pc:sldMkLst>
          <pc:docMk/>
          <pc:sldMk cId="3828473473" sldId="607"/>
        </pc:sldMkLst>
        <pc:spChg chg="mod">
          <ac:chgData name="Menini Matosak Bruno" userId="b670492d-3440-448c-a1e0-5ef12f1deb8a" providerId="ADAL" clId="{67998794-DD6D-50B7-90B1-D347C1D523CA}" dt="2026-07-07T10:20:01.854" v="2168" actId="790"/>
          <ac:spMkLst>
            <pc:docMk/>
            <pc:sldMk cId="3828473473" sldId="607"/>
            <ac:spMk id="4" creationId="{4A23F3B8-F268-9D59-5AE8-DF99B57219C6}"/>
          </ac:spMkLst>
        </pc:spChg>
      </pc:sldChg>
      <pc:sldChg chg="addSp delSp modSp add mod">
        <pc:chgData name="Menini Matosak Bruno" userId="b670492d-3440-448c-a1e0-5ef12f1deb8a" providerId="ADAL" clId="{67998794-DD6D-50B7-90B1-D347C1D523CA}" dt="2026-07-07T11:57:35.142" v="3175" actId="207"/>
        <pc:sldMkLst>
          <pc:docMk/>
          <pc:sldMk cId="3279294954" sldId="608"/>
        </pc:sldMkLst>
        <pc:spChg chg="mod">
          <ac:chgData name="Menini Matosak Bruno" userId="b670492d-3440-448c-a1e0-5ef12f1deb8a" providerId="ADAL" clId="{67998794-DD6D-50B7-90B1-D347C1D523CA}" dt="2026-07-07T11:55:57.591" v="3166" actId="207"/>
          <ac:spMkLst>
            <pc:docMk/>
            <pc:sldMk cId="3279294954" sldId="608"/>
            <ac:spMk id="5" creationId="{3913E2FD-E266-646E-3405-E8D27127992E}"/>
          </ac:spMkLst>
        </pc:spChg>
        <pc:spChg chg="del">
          <ac:chgData name="Menini Matosak Bruno" userId="b670492d-3440-448c-a1e0-5ef12f1deb8a" providerId="ADAL" clId="{67998794-DD6D-50B7-90B1-D347C1D523CA}" dt="2026-07-07T10:21:44.121" v="2208" actId="478"/>
          <ac:spMkLst>
            <pc:docMk/>
            <pc:sldMk cId="3279294954" sldId="608"/>
            <ac:spMk id="6" creationId="{E102C9EC-CA81-F97F-2190-87BC954A1306}"/>
          </ac:spMkLst>
        </pc:spChg>
        <pc:spChg chg="mod">
          <ac:chgData name="Menini Matosak Bruno" userId="b670492d-3440-448c-a1e0-5ef12f1deb8a" providerId="ADAL" clId="{67998794-DD6D-50B7-90B1-D347C1D523CA}" dt="2026-07-07T11:57:35.142" v="3175" actId="207"/>
          <ac:spMkLst>
            <pc:docMk/>
            <pc:sldMk cId="3279294954" sldId="608"/>
            <ac:spMk id="7" creationId="{BE637B28-A3AA-6930-903A-BC2AC36AD70A}"/>
          </ac:spMkLst>
        </pc:spChg>
        <pc:picChg chg="add mod">
          <ac:chgData name="Menini Matosak Bruno" userId="b670492d-3440-448c-a1e0-5ef12f1deb8a" providerId="ADAL" clId="{67998794-DD6D-50B7-90B1-D347C1D523CA}" dt="2026-07-07T10:22:06.417" v="2217" actId="1076"/>
          <ac:picMkLst>
            <pc:docMk/>
            <pc:sldMk cId="3279294954" sldId="608"/>
            <ac:picMk id="2" creationId="{8A9E0670-D122-B015-3E8B-10B7EDA9149F}"/>
          </ac:picMkLst>
        </pc:picChg>
        <pc:picChg chg="add mod">
          <ac:chgData name="Menini Matosak Bruno" userId="b670492d-3440-448c-a1e0-5ef12f1deb8a" providerId="ADAL" clId="{67998794-DD6D-50B7-90B1-D347C1D523CA}" dt="2026-07-07T10:22:13.476" v="2219" actId="1076"/>
          <ac:picMkLst>
            <pc:docMk/>
            <pc:sldMk cId="3279294954" sldId="608"/>
            <ac:picMk id="3" creationId="{35996A15-7CB7-8D77-7EE4-FB4DA7BCFA83}"/>
          </ac:picMkLst>
        </pc:picChg>
        <pc:picChg chg="add mod">
          <ac:chgData name="Menini Matosak Bruno" userId="b670492d-3440-448c-a1e0-5ef12f1deb8a" providerId="ADAL" clId="{67998794-DD6D-50B7-90B1-D347C1D523CA}" dt="2026-07-07T10:22:13.476" v="2219" actId="1076"/>
          <ac:picMkLst>
            <pc:docMk/>
            <pc:sldMk cId="3279294954" sldId="608"/>
            <ac:picMk id="4" creationId="{2EEF54E4-4A0C-D9FE-39BD-C102839C3C4B}"/>
          </ac:picMkLst>
        </pc:picChg>
        <pc:picChg chg="add mod">
          <ac:chgData name="Menini Matosak Bruno" userId="b670492d-3440-448c-a1e0-5ef12f1deb8a" providerId="ADAL" clId="{67998794-DD6D-50B7-90B1-D347C1D523CA}" dt="2026-07-07T10:22:13.476" v="2219" actId="1076"/>
          <ac:picMkLst>
            <pc:docMk/>
            <pc:sldMk cId="3279294954" sldId="608"/>
            <ac:picMk id="8" creationId="{22B74BC1-D4CA-B394-51A8-A716904C20F7}"/>
          </ac:picMkLst>
        </pc:picChg>
        <pc:picChg chg="add mod">
          <ac:chgData name="Menini Matosak Bruno" userId="b670492d-3440-448c-a1e0-5ef12f1deb8a" providerId="ADAL" clId="{67998794-DD6D-50B7-90B1-D347C1D523CA}" dt="2026-07-07T10:22:13.476" v="2219" actId="1076"/>
          <ac:picMkLst>
            <pc:docMk/>
            <pc:sldMk cId="3279294954" sldId="608"/>
            <ac:picMk id="9" creationId="{5C5679E0-87A4-CE11-F648-DF7AD40FDA6A}"/>
          </ac:picMkLst>
        </pc:picChg>
      </pc:sldChg>
      <pc:sldChg chg="addSp delSp modSp add mod modAnim">
        <pc:chgData name="Menini Matosak Bruno" userId="b670492d-3440-448c-a1e0-5ef12f1deb8a" providerId="ADAL" clId="{67998794-DD6D-50B7-90B1-D347C1D523CA}" dt="2026-07-08T11:17:30.469" v="5208" actId="14100"/>
        <pc:sldMkLst>
          <pc:docMk/>
          <pc:sldMk cId="1084479475" sldId="609"/>
        </pc:sldMkLst>
        <pc:spChg chg="add mod">
          <ac:chgData name="Menini Matosak Bruno" userId="b670492d-3440-448c-a1e0-5ef12f1deb8a" providerId="ADAL" clId="{67998794-DD6D-50B7-90B1-D347C1D523CA}" dt="2026-07-07T11:57:43.380" v="3177" actId="207"/>
          <ac:spMkLst>
            <pc:docMk/>
            <pc:sldMk cId="1084479475" sldId="609"/>
            <ac:spMk id="2" creationId="{1F93E874-964B-09EA-138C-41418910CDB8}"/>
          </ac:spMkLst>
        </pc:spChg>
        <pc:spChg chg="add mod">
          <ac:chgData name="Menini Matosak Bruno" userId="b670492d-3440-448c-a1e0-5ef12f1deb8a" providerId="ADAL" clId="{67998794-DD6D-50B7-90B1-D347C1D523CA}" dt="2026-07-08T11:17:30.469" v="5208" actId="14100"/>
          <ac:spMkLst>
            <pc:docMk/>
            <pc:sldMk cId="1084479475" sldId="609"/>
            <ac:spMk id="4" creationId="{3583BB1B-C82D-31C8-F223-B5D55523FF8B}"/>
          </ac:spMkLst>
        </pc:spChg>
        <pc:spChg chg="mod">
          <ac:chgData name="Menini Matosak Bruno" userId="b670492d-3440-448c-a1e0-5ef12f1deb8a" providerId="ADAL" clId="{67998794-DD6D-50B7-90B1-D347C1D523CA}" dt="2026-07-07T11:56:03.200" v="3167" actId="207"/>
          <ac:spMkLst>
            <pc:docMk/>
            <pc:sldMk cId="1084479475" sldId="609"/>
            <ac:spMk id="5" creationId="{3913E2FD-E266-646E-3405-E8D27127992E}"/>
          </ac:spMkLst>
        </pc:spChg>
        <pc:spChg chg="del">
          <ac:chgData name="Menini Matosak Bruno" userId="b670492d-3440-448c-a1e0-5ef12f1deb8a" providerId="ADAL" clId="{67998794-DD6D-50B7-90B1-D347C1D523CA}" dt="2026-07-07T11:19:54.627" v="2260" actId="478"/>
          <ac:spMkLst>
            <pc:docMk/>
            <pc:sldMk cId="1084479475" sldId="609"/>
            <ac:spMk id="6" creationId="{E102C9EC-CA81-F97F-2190-87BC954A1306}"/>
          </ac:spMkLst>
        </pc:spChg>
        <pc:spChg chg="del">
          <ac:chgData name="Menini Matosak Bruno" userId="b670492d-3440-448c-a1e0-5ef12f1deb8a" providerId="ADAL" clId="{67998794-DD6D-50B7-90B1-D347C1D523CA}" dt="2026-07-07T11:19:52.803" v="2259" actId="478"/>
          <ac:spMkLst>
            <pc:docMk/>
            <pc:sldMk cId="1084479475" sldId="609"/>
            <ac:spMk id="7" creationId="{BE637B28-A3AA-6930-903A-BC2AC36AD70A}"/>
          </ac:spMkLst>
        </pc:spChg>
        <pc:spChg chg="add mod">
          <ac:chgData name="Menini Matosak Bruno" userId="b670492d-3440-448c-a1e0-5ef12f1deb8a" providerId="ADAL" clId="{67998794-DD6D-50B7-90B1-D347C1D523CA}" dt="2026-07-07T11:57:47.858" v="3178" actId="207"/>
          <ac:spMkLst>
            <pc:docMk/>
            <pc:sldMk cId="1084479475" sldId="609"/>
            <ac:spMk id="9" creationId="{92D8A2F4-8805-EB0A-6DB1-5DE120D54053}"/>
          </ac:spMkLst>
        </pc:spChg>
        <pc:picChg chg="add mod">
          <ac:chgData name="Menini Matosak Bruno" userId="b670492d-3440-448c-a1e0-5ef12f1deb8a" providerId="ADAL" clId="{67998794-DD6D-50B7-90B1-D347C1D523CA}" dt="2026-07-07T11:21:38.432" v="2305" actId="1076"/>
          <ac:picMkLst>
            <pc:docMk/>
            <pc:sldMk cId="1084479475" sldId="609"/>
            <ac:picMk id="8" creationId="{528198D2-5EDE-33D8-86FA-D1C48DB6FBC9}"/>
          </ac:picMkLst>
        </pc:picChg>
      </pc:sldChg>
      <pc:sldChg chg="addSp delSp modSp add mod modClrScheme modAnim chgLayout">
        <pc:chgData name="Menini Matosak Bruno" userId="b670492d-3440-448c-a1e0-5ef12f1deb8a" providerId="ADAL" clId="{67998794-DD6D-50B7-90B1-D347C1D523CA}" dt="2026-07-07T12:49:03.168" v="4019"/>
        <pc:sldMkLst>
          <pc:docMk/>
          <pc:sldMk cId="2070256151" sldId="610"/>
        </pc:sldMkLst>
        <pc:spChg chg="add mod">
          <ac:chgData name="Menini Matosak Bruno" userId="b670492d-3440-448c-a1e0-5ef12f1deb8a" providerId="ADAL" clId="{67998794-DD6D-50B7-90B1-D347C1D523CA}" dt="2026-07-07T11:57:56.685" v="3180" actId="207"/>
          <ac:spMkLst>
            <pc:docMk/>
            <pc:sldMk cId="2070256151" sldId="610"/>
            <ac:spMk id="3" creationId="{906226AF-3565-EC28-895B-B9C3C8ED6098}"/>
          </ac:spMkLst>
        </pc:spChg>
        <pc:spChg chg="mod">
          <ac:chgData name="Menini Matosak Bruno" userId="b670492d-3440-448c-a1e0-5ef12f1deb8a" providerId="ADAL" clId="{67998794-DD6D-50B7-90B1-D347C1D523CA}" dt="2026-07-07T11:56:08.687" v="3168" actId="207"/>
          <ac:spMkLst>
            <pc:docMk/>
            <pc:sldMk cId="2070256151" sldId="610"/>
            <ac:spMk id="5" creationId="{3913E2FD-E266-646E-3405-E8D27127992E}"/>
          </ac:spMkLst>
        </pc:spChg>
        <pc:spChg chg="del">
          <ac:chgData name="Menini Matosak Bruno" userId="b670492d-3440-448c-a1e0-5ef12f1deb8a" providerId="ADAL" clId="{67998794-DD6D-50B7-90B1-D347C1D523CA}" dt="2026-07-07T11:23:03.545" v="2331" actId="478"/>
          <ac:spMkLst>
            <pc:docMk/>
            <pc:sldMk cId="2070256151" sldId="610"/>
            <ac:spMk id="6" creationId="{E102C9EC-CA81-F97F-2190-87BC954A1306}"/>
          </ac:spMkLst>
        </pc:spChg>
        <pc:spChg chg="mod">
          <ac:chgData name="Menini Matosak Bruno" userId="b670492d-3440-448c-a1e0-5ef12f1deb8a" providerId="ADAL" clId="{67998794-DD6D-50B7-90B1-D347C1D523CA}" dt="2026-07-07T11:57:53.287" v="3179" actId="207"/>
          <ac:spMkLst>
            <pc:docMk/>
            <pc:sldMk cId="2070256151" sldId="610"/>
            <ac:spMk id="7" creationId="{BE637B28-A3AA-6930-903A-BC2AC36AD70A}"/>
          </ac:spMkLst>
        </pc:spChg>
        <pc:picChg chg="add mod">
          <ac:chgData name="Menini Matosak Bruno" userId="b670492d-3440-448c-a1e0-5ef12f1deb8a" providerId="ADAL" clId="{67998794-DD6D-50B7-90B1-D347C1D523CA}" dt="2026-07-07T12:47:54.458" v="4018" actId="1076"/>
          <ac:picMkLst>
            <pc:docMk/>
            <pc:sldMk cId="2070256151" sldId="610"/>
            <ac:picMk id="2" creationId="{28472C85-2E86-A4C1-EA14-11E3E2544186}"/>
          </ac:picMkLst>
        </pc:picChg>
      </pc:sldChg>
      <pc:sldChg chg="addSp delSp modSp new mod">
        <pc:chgData name="Menini Matosak Bruno" userId="b670492d-3440-448c-a1e0-5ef12f1deb8a" providerId="ADAL" clId="{67998794-DD6D-50B7-90B1-D347C1D523CA}" dt="2026-07-07T11:58:02.298" v="3181" actId="207"/>
        <pc:sldMkLst>
          <pc:docMk/>
          <pc:sldMk cId="4211939747" sldId="611"/>
        </pc:sldMkLst>
        <pc:spChg chg="mod">
          <ac:chgData name="Menini Matosak Bruno" userId="b670492d-3440-448c-a1e0-5ef12f1deb8a" providerId="ADAL" clId="{67998794-DD6D-50B7-90B1-D347C1D523CA}" dt="2026-07-07T11:56:13.725" v="3169" actId="207"/>
          <ac:spMkLst>
            <pc:docMk/>
            <pc:sldMk cId="4211939747" sldId="611"/>
            <ac:spMk id="2" creationId="{AE78A189-B831-FBA1-5E74-DD852A9DF480}"/>
          </ac:spMkLst>
        </pc:spChg>
        <pc:spChg chg="del">
          <ac:chgData name="Menini Matosak Bruno" userId="b670492d-3440-448c-a1e0-5ef12f1deb8a" providerId="ADAL" clId="{67998794-DD6D-50B7-90B1-D347C1D523CA}" dt="2026-07-07T11:24:17.204" v="2370" actId="478"/>
          <ac:spMkLst>
            <pc:docMk/>
            <pc:sldMk cId="4211939747" sldId="611"/>
            <ac:spMk id="3" creationId="{6BCFD786-D9A1-8EBC-6AD1-62B0D68D5E1F}"/>
          </ac:spMkLst>
        </pc:spChg>
        <pc:spChg chg="mod">
          <ac:chgData name="Menini Matosak Bruno" userId="b670492d-3440-448c-a1e0-5ef12f1deb8a" providerId="ADAL" clId="{67998794-DD6D-50B7-90B1-D347C1D523CA}" dt="2026-07-07T11:58:02.298" v="3181" actId="207"/>
          <ac:spMkLst>
            <pc:docMk/>
            <pc:sldMk cId="4211939747" sldId="611"/>
            <ac:spMk id="4" creationId="{58C3556C-92B9-C442-1DEB-0E917158EA54}"/>
          </ac:spMkLst>
        </pc:spChg>
        <pc:picChg chg="add mod">
          <ac:chgData name="Menini Matosak Bruno" userId="b670492d-3440-448c-a1e0-5ef12f1deb8a" providerId="ADAL" clId="{67998794-DD6D-50B7-90B1-D347C1D523CA}" dt="2026-07-07T11:27:42.764" v="2682" actId="1076"/>
          <ac:picMkLst>
            <pc:docMk/>
            <pc:sldMk cId="4211939747" sldId="611"/>
            <ac:picMk id="5" creationId="{C2EBDAE0-8D44-F19E-1849-A8C3CB9DB6F2}"/>
          </ac:picMkLst>
        </pc:picChg>
      </pc:sldChg>
      <pc:sldChg chg="addSp delSp modSp add mod">
        <pc:chgData name="Menini Matosak Bruno" userId="b670492d-3440-448c-a1e0-5ef12f1deb8a" providerId="ADAL" clId="{67998794-DD6D-50B7-90B1-D347C1D523CA}" dt="2026-07-08T11:21:17.124" v="5209"/>
        <pc:sldMkLst>
          <pc:docMk/>
          <pc:sldMk cId="1663017638" sldId="612"/>
        </pc:sldMkLst>
        <pc:spChg chg="add del mod">
          <ac:chgData name="Menini Matosak Bruno" userId="b670492d-3440-448c-a1e0-5ef12f1deb8a" providerId="ADAL" clId="{67998794-DD6D-50B7-90B1-D347C1D523CA}" dt="2026-07-07T11:50:36.641" v="3097" actId="478"/>
          <ac:spMkLst>
            <pc:docMk/>
            <pc:sldMk cId="1663017638" sldId="612"/>
            <ac:spMk id="4" creationId="{E129CF0C-49FC-8EA4-BF0A-65160D23A0A6}"/>
          </ac:spMkLst>
        </pc:spChg>
        <pc:spChg chg="mod">
          <ac:chgData name="Menini Matosak Bruno" userId="b670492d-3440-448c-a1e0-5ef12f1deb8a" providerId="ADAL" clId="{67998794-DD6D-50B7-90B1-D347C1D523CA}" dt="2026-07-07T11:44:30.440" v="3084" actId="20577"/>
          <ac:spMkLst>
            <pc:docMk/>
            <pc:sldMk cId="1663017638" sldId="612"/>
            <ac:spMk id="6" creationId="{0479E4DB-2E92-2CEC-4280-C229E41C3F6D}"/>
          </ac:spMkLst>
        </pc:spChg>
        <pc:spChg chg="del">
          <ac:chgData name="Menini Matosak Bruno" userId="b670492d-3440-448c-a1e0-5ef12f1deb8a" providerId="ADAL" clId="{67998794-DD6D-50B7-90B1-D347C1D523CA}" dt="2026-07-07T11:44:40.342" v="3085"/>
          <ac:spMkLst>
            <pc:docMk/>
            <pc:sldMk cId="1663017638" sldId="612"/>
            <ac:spMk id="7" creationId="{E6C9905C-F317-A23B-80A9-114169078800}"/>
          </ac:spMkLst>
        </pc:spChg>
        <pc:spChg chg="mod">
          <ac:chgData name="Menini Matosak Bruno" userId="b670492d-3440-448c-a1e0-5ef12f1deb8a" providerId="ADAL" clId="{67998794-DD6D-50B7-90B1-D347C1D523CA}" dt="2026-07-07T11:51:25.760" v="3114" actId="20577"/>
          <ac:spMkLst>
            <pc:docMk/>
            <pc:sldMk cId="1663017638" sldId="612"/>
            <ac:spMk id="8" creationId="{4F22E221-BB33-2B50-7DFA-C778140D658D}"/>
          </ac:spMkLst>
        </pc:spChg>
        <pc:picChg chg="add del mod modCrop">
          <ac:chgData name="Menini Matosak Bruno" userId="b670492d-3440-448c-a1e0-5ef12f1deb8a" providerId="ADAL" clId="{67998794-DD6D-50B7-90B1-D347C1D523CA}" dt="2026-07-07T11:50:23.519" v="3093" actId="478"/>
          <ac:picMkLst>
            <pc:docMk/>
            <pc:sldMk cId="1663017638" sldId="612"/>
            <ac:picMk id="2" creationId="{1198C993-5F98-68E7-953C-756BC5BB8177}"/>
          </ac:picMkLst>
        </pc:picChg>
        <pc:picChg chg="add del mod ord">
          <ac:chgData name="Menini Matosak Bruno" userId="b670492d-3440-448c-a1e0-5ef12f1deb8a" providerId="ADAL" clId="{67998794-DD6D-50B7-90B1-D347C1D523CA}" dt="2026-07-07T11:50:34.851" v="3096" actId="931"/>
          <ac:picMkLst>
            <pc:docMk/>
            <pc:sldMk cId="1663017638" sldId="612"/>
            <ac:picMk id="9" creationId="{CC18B9E2-D30F-FA5B-E566-C2B86CFE9175}"/>
          </ac:picMkLst>
        </pc:picChg>
        <pc:picChg chg="add mod">
          <ac:chgData name="Menini Matosak Bruno" userId="b670492d-3440-448c-a1e0-5ef12f1deb8a" providerId="ADAL" clId="{67998794-DD6D-50B7-90B1-D347C1D523CA}" dt="2026-07-08T11:21:17.124" v="5209"/>
          <ac:picMkLst>
            <pc:docMk/>
            <pc:sldMk cId="1663017638" sldId="612"/>
            <ac:picMk id="11" creationId="{4E13BA42-3943-58BE-BF1D-F5283D14BABF}"/>
          </ac:picMkLst>
        </pc:picChg>
      </pc:sldChg>
      <pc:sldChg chg="add del">
        <pc:chgData name="Menini Matosak Bruno" userId="b670492d-3440-448c-a1e0-5ef12f1deb8a" providerId="ADAL" clId="{67998794-DD6D-50B7-90B1-D347C1D523CA}" dt="2026-07-07T11:44:20.885" v="3058"/>
        <pc:sldMkLst>
          <pc:docMk/>
          <pc:sldMk cId="2036310513" sldId="612"/>
        </pc:sldMkLst>
      </pc:sldChg>
      <pc:sldChg chg="addSp delSp modSp add mod">
        <pc:chgData name="Menini Matosak Bruno" userId="b670492d-3440-448c-a1e0-5ef12f1deb8a" providerId="ADAL" clId="{67998794-DD6D-50B7-90B1-D347C1D523CA}" dt="2026-07-07T12:52:49.433" v="4068" actId="14100"/>
        <pc:sldMkLst>
          <pc:docMk/>
          <pc:sldMk cId="3637088339" sldId="613"/>
        </pc:sldMkLst>
        <pc:spChg chg="del">
          <ac:chgData name="Menini Matosak Bruno" userId="b670492d-3440-448c-a1e0-5ef12f1deb8a" providerId="ADAL" clId="{67998794-DD6D-50B7-90B1-D347C1D523CA}" dt="2026-07-07T11:51:49.836" v="3118" actId="478"/>
          <ac:spMkLst>
            <pc:docMk/>
            <pc:sldMk cId="3637088339" sldId="613"/>
            <ac:spMk id="3" creationId="{EF177194-5277-9934-62A4-2E80860E0326}"/>
          </ac:spMkLst>
        </pc:spChg>
        <pc:spChg chg="del">
          <ac:chgData name="Menini Matosak Bruno" userId="b670492d-3440-448c-a1e0-5ef12f1deb8a" providerId="ADAL" clId="{67998794-DD6D-50B7-90B1-D347C1D523CA}" dt="2026-07-07T11:51:52.091" v="3120" actId="478"/>
          <ac:spMkLst>
            <pc:docMk/>
            <pc:sldMk cId="3637088339" sldId="613"/>
            <ac:spMk id="4" creationId="{589A0662-5CB8-9192-05C8-8177D13CC292}"/>
          </ac:spMkLst>
        </pc:spChg>
        <pc:spChg chg="del">
          <ac:chgData name="Menini Matosak Bruno" userId="b670492d-3440-448c-a1e0-5ef12f1deb8a" providerId="ADAL" clId="{67998794-DD6D-50B7-90B1-D347C1D523CA}" dt="2026-07-07T11:51:51.083" v="3119" actId="478"/>
          <ac:spMkLst>
            <pc:docMk/>
            <pc:sldMk cId="3637088339" sldId="613"/>
            <ac:spMk id="5" creationId="{D6818B66-88FE-3397-2F0A-752F0B61547D}"/>
          </ac:spMkLst>
        </pc:spChg>
        <pc:spChg chg="add del mod">
          <ac:chgData name="Menini Matosak Bruno" userId="b670492d-3440-448c-a1e0-5ef12f1deb8a" providerId="ADAL" clId="{67998794-DD6D-50B7-90B1-D347C1D523CA}" dt="2026-07-07T12:06:26.604" v="3314" actId="478"/>
          <ac:spMkLst>
            <pc:docMk/>
            <pc:sldMk cId="3637088339" sldId="613"/>
            <ac:spMk id="10" creationId="{C984AC00-484F-1588-83A5-8840C1E575C5}"/>
          </ac:spMkLst>
        </pc:spChg>
        <pc:spChg chg="add del mod">
          <ac:chgData name="Menini Matosak Bruno" userId="b670492d-3440-448c-a1e0-5ef12f1deb8a" providerId="ADAL" clId="{67998794-DD6D-50B7-90B1-D347C1D523CA}" dt="2026-07-07T12:06:26.604" v="3314" actId="478"/>
          <ac:spMkLst>
            <pc:docMk/>
            <pc:sldMk cId="3637088339" sldId="613"/>
            <ac:spMk id="13" creationId="{2B7C0E9C-1DA6-1C97-FACD-512E29031EB8}"/>
          </ac:spMkLst>
        </pc:spChg>
        <pc:spChg chg="add del mod">
          <ac:chgData name="Menini Matosak Bruno" userId="b670492d-3440-448c-a1e0-5ef12f1deb8a" providerId="ADAL" clId="{67998794-DD6D-50B7-90B1-D347C1D523CA}" dt="2026-07-07T12:06:26.604" v="3314" actId="478"/>
          <ac:spMkLst>
            <pc:docMk/>
            <pc:sldMk cId="3637088339" sldId="613"/>
            <ac:spMk id="16" creationId="{1F52A1AC-4F8A-6080-339C-BE3AC844133F}"/>
          </ac:spMkLst>
        </pc:spChg>
        <pc:spChg chg="add del mod">
          <ac:chgData name="Menini Matosak Bruno" userId="b670492d-3440-448c-a1e0-5ef12f1deb8a" providerId="ADAL" clId="{67998794-DD6D-50B7-90B1-D347C1D523CA}" dt="2026-07-07T12:06:26.604" v="3314" actId="478"/>
          <ac:spMkLst>
            <pc:docMk/>
            <pc:sldMk cId="3637088339" sldId="613"/>
            <ac:spMk id="19" creationId="{E6BEEB8E-08F6-D1CA-D035-E65A9D1748DC}"/>
          </ac:spMkLst>
        </pc:spChg>
        <pc:spChg chg="add mod">
          <ac:chgData name="Menini Matosak Bruno" userId="b670492d-3440-448c-a1e0-5ef12f1deb8a" providerId="ADAL" clId="{67998794-DD6D-50B7-90B1-D347C1D523CA}" dt="2026-07-07T12:07:50.611" v="3329" actId="1076"/>
          <ac:spMkLst>
            <pc:docMk/>
            <pc:sldMk cId="3637088339" sldId="613"/>
            <ac:spMk id="21" creationId="{18677D7E-E36E-DB1A-47F5-33AAE9E1E4B8}"/>
          </ac:spMkLst>
        </pc:spChg>
        <pc:spChg chg="add mod">
          <ac:chgData name="Menini Matosak Bruno" userId="b670492d-3440-448c-a1e0-5ef12f1deb8a" providerId="ADAL" clId="{67998794-DD6D-50B7-90B1-D347C1D523CA}" dt="2026-07-07T12:07:50.611" v="3329" actId="1076"/>
          <ac:spMkLst>
            <pc:docMk/>
            <pc:sldMk cId="3637088339" sldId="613"/>
            <ac:spMk id="22" creationId="{3E868A4C-8565-3C37-2DF5-046E37D96A01}"/>
          </ac:spMkLst>
        </pc:spChg>
        <pc:spChg chg="add mod">
          <ac:chgData name="Menini Matosak Bruno" userId="b670492d-3440-448c-a1e0-5ef12f1deb8a" providerId="ADAL" clId="{67998794-DD6D-50B7-90B1-D347C1D523CA}" dt="2026-07-07T12:07:50.611" v="3329" actId="1076"/>
          <ac:spMkLst>
            <pc:docMk/>
            <pc:sldMk cId="3637088339" sldId="613"/>
            <ac:spMk id="23" creationId="{0220398E-3BF6-32AA-8CFE-AD16D496EB3D}"/>
          </ac:spMkLst>
        </pc:spChg>
        <pc:spChg chg="add mod">
          <ac:chgData name="Menini Matosak Bruno" userId="b670492d-3440-448c-a1e0-5ef12f1deb8a" providerId="ADAL" clId="{67998794-DD6D-50B7-90B1-D347C1D523CA}" dt="2026-07-07T12:07:50.611" v="3329" actId="1076"/>
          <ac:spMkLst>
            <pc:docMk/>
            <pc:sldMk cId="3637088339" sldId="613"/>
            <ac:spMk id="24" creationId="{03ACE64F-B4A0-5540-144A-A9C62E97052F}"/>
          </ac:spMkLst>
        </pc:spChg>
        <pc:spChg chg="add mod">
          <ac:chgData name="Menini Matosak Bruno" userId="b670492d-3440-448c-a1e0-5ef12f1deb8a" providerId="ADAL" clId="{67998794-DD6D-50B7-90B1-D347C1D523CA}" dt="2026-07-07T12:07:50.611" v="3329" actId="1076"/>
          <ac:spMkLst>
            <pc:docMk/>
            <pc:sldMk cId="3637088339" sldId="613"/>
            <ac:spMk id="26" creationId="{DB8AEE5C-F254-17C3-AFBA-6FB274DA21D4}"/>
          </ac:spMkLst>
        </pc:spChg>
        <pc:spChg chg="add mod">
          <ac:chgData name="Menini Matosak Bruno" userId="b670492d-3440-448c-a1e0-5ef12f1deb8a" providerId="ADAL" clId="{67998794-DD6D-50B7-90B1-D347C1D523CA}" dt="2026-07-07T12:07:50.611" v="3329" actId="1076"/>
          <ac:spMkLst>
            <pc:docMk/>
            <pc:sldMk cId="3637088339" sldId="613"/>
            <ac:spMk id="28" creationId="{D8469E96-C6A7-6029-C7F7-F97E7DFC70B1}"/>
          </ac:spMkLst>
        </pc:spChg>
        <pc:spChg chg="add mod">
          <ac:chgData name="Menini Matosak Bruno" userId="b670492d-3440-448c-a1e0-5ef12f1deb8a" providerId="ADAL" clId="{67998794-DD6D-50B7-90B1-D347C1D523CA}" dt="2026-07-07T12:07:50.611" v="3329" actId="1076"/>
          <ac:spMkLst>
            <pc:docMk/>
            <pc:sldMk cId="3637088339" sldId="613"/>
            <ac:spMk id="30" creationId="{088F3D46-40ED-200C-129C-2A2363FD3C4B}"/>
          </ac:spMkLst>
        </pc:spChg>
        <pc:spChg chg="add mod">
          <ac:chgData name="Menini Matosak Bruno" userId="b670492d-3440-448c-a1e0-5ef12f1deb8a" providerId="ADAL" clId="{67998794-DD6D-50B7-90B1-D347C1D523CA}" dt="2026-07-07T12:07:50.611" v="3329" actId="1076"/>
          <ac:spMkLst>
            <pc:docMk/>
            <pc:sldMk cId="3637088339" sldId="613"/>
            <ac:spMk id="32" creationId="{BF5EAC34-D821-3A0D-A9C9-3945D44C75E1}"/>
          </ac:spMkLst>
        </pc:spChg>
        <pc:spChg chg="add mod">
          <ac:chgData name="Menini Matosak Bruno" userId="b670492d-3440-448c-a1e0-5ef12f1deb8a" providerId="ADAL" clId="{67998794-DD6D-50B7-90B1-D347C1D523CA}" dt="2026-07-07T12:08:09.345" v="3356" actId="1076"/>
          <ac:spMkLst>
            <pc:docMk/>
            <pc:sldMk cId="3637088339" sldId="613"/>
            <ac:spMk id="33" creationId="{7D8C9E78-B92A-4F81-827E-C84EB2F82616}"/>
          </ac:spMkLst>
        </pc:spChg>
        <pc:spChg chg="add mod">
          <ac:chgData name="Menini Matosak Bruno" userId="b670492d-3440-448c-a1e0-5ef12f1deb8a" providerId="ADAL" clId="{67998794-DD6D-50B7-90B1-D347C1D523CA}" dt="2026-07-07T12:50:56.134" v="4027" actId="1076"/>
          <ac:spMkLst>
            <pc:docMk/>
            <pc:sldMk cId="3637088339" sldId="613"/>
            <ac:spMk id="34" creationId="{F31DE93F-0EAF-4BA7-3E35-6F35FAD996E9}"/>
          </ac:spMkLst>
        </pc:spChg>
        <pc:spChg chg="add mod">
          <ac:chgData name="Menini Matosak Bruno" userId="b670492d-3440-448c-a1e0-5ef12f1deb8a" providerId="ADAL" clId="{67998794-DD6D-50B7-90B1-D347C1D523CA}" dt="2026-07-07T12:51:09.818" v="4030" actId="1076"/>
          <ac:spMkLst>
            <pc:docMk/>
            <pc:sldMk cId="3637088339" sldId="613"/>
            <ac:spMk id="35" creationId="{A299DB84-2EA9-11A9-C403-95EFC576280E}"/>
          </ac:spMkLst>
        </pc:spChg>
        <pc:spChg chg="add mod">
          <ac:chgData name="Menini Matosak Bruno" userId="b670492d-3440-448c-a1e0-5ef12f1deb8a" providerId="ADAL" clId="{67998794-DD6D-50B7-90B1-D347C1D523CA}" dt="2026-07-07T12:51:26.389" v="4037" actId="14100"/>
          <ac:spMkLst>
            <pc:docMk/>
            <pc:sldMk cId="3637088339" sldId="613"/>
            <ac:spMk id="36" creationId="{D22F02FB-895A-5DDB-DDC0-7430BE26C38B}"/>
          </ac:spMkLst>
        </pc:spChg>
        <pc:spChg chg="add mod">
          <ac:chgData name="Menini Matosak Bruno" userId="b670492d-3440-448c-a1e0-5ef12f1deb8a" providerId="ADAL" clId="{67998794-DD6D-50B7-90B1-D347C1D523CA}" dt="2026-07-07T12:52:49.433" v="4068" actId="14100"/>
          <ac:spMkLst>
            <pc:docMk/>
            <pc:sldMk cId="3637088339" sldId="613"/>
            <ac:spMk id="37" creationId="{2080A7B3-E2C5-4CD7-3BDC-A3FCBEE26DAA}"/>
          </ac:spMkLst>
        </pc:spChg>
        <pc:spChg chg="add mod">
          <ac:chgData name="Menini Matosak Bruno" userId="b670492d-3440-448c-a1e0-5ef12f1deb8a" providerId="ADAL" clId="{67998794-DD6D-50B7-90B1-D347C1D523CA}" dt="2026-07-07T12:52:46.744" v="4067" actId="14100"/>
          <ac:spMkLst>
            <pc:docMk/>
            <pc:sldMk cId="3637088339" sldId="613"/>
            <ac:spMk id="38" creationId="{7F82E2FE-7F1C-04C2-2179-0A6969C05D92}"/>
          </ac:spMkLst>
        </pc:spChg>
        <pc:spChg chg="add mod">
          <ac:chgData name="Menini Matosak Bruno" userId="b670492d-3440-448c-a1e0-5ef12f1deb8a" providerId="ADAL" clId="{67998794-DD6D-50B7-90B1-D347C1D523CA}" dt="2026-07-07T12:52:41.441" v="4065" actId="14100"/>
          <ac:spMkLst>
            <pc:docMk/>
            <pc:sldMk cId="3637088339" sldId="613"/>
            <ac:spMk id="39" creationId="{5A791326-EAC4-1FF6-5CF1-474279389B3C}"/>
          </ac:spMkLst>
        </pc:spChg>
        <pc:spChg chg="add mod">
          <ac:chgData name="Menini Matosak Bruno" userId="b670492d-3440-448c-a1e0-5ef12f1deb8a" providerId="ADAL" clId="{67998794-DD6D-50B7-90B1-D347C1D523CA}" dt="2026-07-07T12:52:44.381" v="4066" actId="14100"/>
          <ac:spMkLst>
            <pc:docMk/>
            <pc:sldMk cId="3637088339" sldId="613"/>
            <ac:spMk id="40" creationId="{E3F01991-1CF5-CCBB-8897-72D2F085BE0F}"/>
          </ac:spMkLst>
        </pc:spChg>
        <pc:picChg chg="add del mod">
          <ac:chgData name="Menini Matosak Bruno" userId="b670492d-3440-448c-a1e0-5ef12f1deb8a" providerId="ADAL" clId="{67998794-DD6D-50B7-90B1-D347C1D523CA}" dt="2026-07-07T11:52:16.490" v="3127" actId="478"/>
          <ac:picMkLst>
            <pc:docMk/>
            <pc:sldMk cId="3637088339" sldId="613"/>
            <ac:picMk id="2" creationId="{347F44F4-A4F5-2175-E447-E9D140936E1E}"/>
          </ac:picMkLst>
        </pc:picChg>
        <pc:picChg chg="add del mod">
          <ac:chgData name="Menini Matosak Bruno" userId="b670492d-3440-448c-a1e0-5ef12f1deb8a" providerId="ADAL" clId="{67998794-DD6D-50B7-90B1-D347C1D523CA}" dt="2026-07-07T11:52:17.427" v="3129" actId="478"/>
          <ac:picMkLst>
            <pc:docMk/>
            <pc:sldMk cId="3637088339" sldId="613"/>
            <ac:picMk id="6" creationId="{A600A6B4-F4C0-23B8-3980-44F5720A74AF}"/>
          </ac:picMkLst>
        </pc:picChg>
        <pc:picChg chg="add del mod">
          <ac:chgData name="Menini Matosak Bruno" userId="b670492d-3440-448c-a1e0-5ef12f1deb8a" providerId="ADAL" clId="{67998794-DD6D-50B7-90B1-D347C1D523CA}" dt="2026-07-07T11:52:17.168" v="3128" actId="478"/>
          <ac:picMkLst>
            <pc:docMk/>
            <pc:sldMk cId="3637088339" sldId="613"/>
            <ac:picMk id="7" creationId="{FEFF2955-AC64-C63E-3C9C-EDD26D76A215}"/>
          </ac:picMkLst>
        </pc:picChg>
        <pc:picChg chg="add del mod">
          <ac:chgData name="Menini Matosak Bruno" userId="b670492d-3440-448c-a1e0-5ef12f1deb8a" providerId="ADAL" clId="{67998794-DD6D-50B7-90B1-D347C1D523CA}" dt="2026-07-07T11:52:17.788" v="3130" actId="478"/>
          <ac:picMkLst>
            <pc:docMk/>
            <pc:sldMk cId="3637088339" sldId="613"/>
            <ac:picMk id="8" creationId="{E5FE0238-BD8C-EA9A-9C95-AC89CD99209D}"/>
          </ac:picMkLst>
        </pc:picChg>
        <pc:picChg chg="add mod">
          <ac:chgData name="Menini Matosak Bruno" userId="b670492d-3440-448c-a1e0-5ef12f1deb8a" providerId="ADAL" clId="{67998794-DD6D-50B7-90B1-D347C1D523CA}" dt="2026-07-07T12:07:29.401" v="3327" actId="1076"/>
          <ac:picMkLst>
            <pc:docMk/>
            <pc:sldMk cId="3637088339" sldId="613"/>
            <ac:picMk id="11" creationId="{12FEF538-67E6-FCED-D350-730F51E4B952}"/>
          </ac:picMkLst>
        </pc:picChg>
        <pc:picChg chg="add mod">
          <ac:chgData name="Menini Matosak Bruno" userId="b670492d-3440-448c-a1e0-5ef12f1deb8a" providerId="ADAL" clId="{67998794-DD6D-50B7-90B1-D347C1D523CA}" dt="2026-07-07T12:07:50.611" v="3329" actId="1076"/>
          <ac:picMkLst>
            <pc:docMk/>
            <pc:sldMk cId="3637088339" sldId="613"/>
            <ac:picMk id="14" creationId="{BDDC9C00-DA20-0900-5FCB-C8103B926F41}"/>
          </ac:picMkLst>
        </pc:picChg>
        <pc:picChg chg="add mod">
          <ac:chgData name="Menini Matosak Bruno" userId="b670492d-3440-448c-a1e0-5ef12f1deb8a" providerId="ADAL" clId="{67998794-DD6D-50B7-90B1-D347C1D523CA}" dt="2026-07-07T12:50:37.307" v="4021" actId="1076"/>
          <ac:picMkLst>
            <pc:docMk/>
            <pc:sldMk cId="3637088339" sldId="613"/>
            <ac:picMk id="17" creationId="{B4D4BD51-2348-EF31-9CEF-671824FF3B29}"/>
          </ac:picMkLst>
        </pc:picChg>
        <pc:picChg chg="add mod">
          <ac:chgData name="Menini Matosak Bruno" userId="b670492d-3440-448c-a1e0-5ef12f1deb8a" providerId="ADAL" clId="{67998794-DD6D-50B7-90B1-D347C1D523CA}" dt="2026-07-07T12:07:21.040" v="3326" actId="14100"/>
          <ac:picMkLst>
            <pc:docMk/>
            <pc:sldMk cId="3637088339" sldId="613"/>
            <ac:picMk id="20" creationId="{8C09D28D-A400-C5BD-B157-5D1E81119212}"/>
          </ac:picMkLst>
        </pc:picChg>
      </pc:sldChg>
      <pc:sldChg chg="addSp delSp modSp add mod ord">
        <pc:chgData name="Menini Matosak Bruno" userId="b670492d-3440-448c-a1e0-5ef12f1deb8a" providerId="ADAL" clId="{67998794-DD6D-50B7-90B1-D347C1D523CA}" dt="2026-07-07T12:53:35.193" v="4101" actId="27636"/>
        <pc:sldMkLst>
          <pc:docMk/>
          <pc:sldMk cId="3684113573" sldId="614"/>
        </pc:sldMkLst>
        <pc:spChg chg="mod">
          <ac:chgData name="Menini Matosak Bruno" userId="b670492d-3440-448c-a1e0-5ef12f1deb8a" providerId="ADAL" clId="{67998794-DD6D-50B7-90B1-D347C1D523CA}" dt="2026-07-07T12:53:35.193" v="4101" actId="27636"/>
          <ac:spMkLst>
            <pc:docMk/>
            <pc:sldMk cId="3684113573" sldId="614"/>
            <ac:spMk id="6" creationId="{C78DEC49-867B-7100-8B80-94DC7FEE5693}"/>
          </ac:spMkLst>
        </pc:spChg>
        <pc:spChg chg="mod">
          <ac:chgData name="Menini Matosak Bruno" userId="b670492d-3440-448c-a1e0-5ef12f1deb8a" providerId="ADAL" clId="{67998794-DD6D-50B7-90B1-D347C1D523CA}" dt="2026-07-07T12:53:33.659" v="4099" actId="14100"/>
          <ac:spMkLst>
            <pc:docMk/>
            <pc:sldMk cId="3684113573" sldId="614"/>
            <ac:spMk id="8" creationId="{A5CA47A2-287A-3D68-44B7-7E65F4D9286A}"/>
          </ac:spMkLst>
        </pc:spChg>
        <pc:picChg chg="add mod">
          <ac:chgData name="Menini Matosak Bruno" userId="b670492d-3440-448c-a1e0-5ef12f1deb8a" providerId="ADAL" clId="{67998794-DD6D-50B7-90B1-D347C1D523CA}" dt="2026-07-07T12:15:40.795" v="3433" actId="1076"/>
          <ac:picMkLst>
            <pc:docMk/>
            <pc:sldMk cId="3684113573" sldId="614"/>
            <ac:picMk id="3" creationId="{84CDE965-2CCD-36FD-9AB9-5CA92BDB1819}"/>
          </ac:picMkLst>
        </pc:picChg>
        <pc:picChg chg="del">
          <ac:chgData name="Menini Matosak Bruno" userId="b670492d-3440-448c-a1e0-5ef12f1deb8a" providerId="ADAL" clId="{67998794-DD6D-50B7-90B1-D347C1D523CA}" dt="2026-07-07T12:15:27.610" v="3431" actId="478"/>
          <ac:picMkLst>
            <pc:docMk/>
            <pc:sldMk cId="3684113573" sldId="614"/>
            <ac:picMk id="11" creationId="{FDC93418-65DF-5A09-27D0-2C03117D76CD}"/>
          </ac:picMkLst>
        </pc:picChg>
      </pc:sldChg>
      <pc:sldChg chg="add del">
        <pc:chgData name="Menini Matosak Bruno" userId="b670492d-3440-448c-a1e0-5ef12f1deb8a" providerId="ADAL" clId="{67998794-DD6D-50B7-90B1-D347C1D523CA}" dt="2026-07-07T12:16:32.649" v="3436"/>
        <pc:sldMkLst>
          <pc:docMk/>
          <pc:sldMk cId="408409158" sldId="615"/>
        </pc:sldMkLst>
      </pc:sldChg>
      <pc:sldChg chg="add del">
        <pc:chgData name="Menini Matosak Bruno" userId="b670492d-3440-448c-a1e0-5ef12f1deb8a" providerId="ADAL" clId="{67998794-DD6D-50B7-90B1-D347C1D523CA}" dt="2026-07-07T12:14:26.685" v="3420"/>
        <pc:sldMkLst>
          <pc:docMk/>
          <pc:sldMk cId="1151399646" sldId="615"/>
        </pc:sldMkLst>
      </pc:sldChg>
      <pc:sldChg chg="addSp delSp modSp add mod">
        <pc:chgData name="Menini Matosak Bruno" userId="b670492d-3440-448c-a1e0-5ef12f1deb8a" providerId="ADAL" clId="{67998794-DD6D-50B7-90B1-D347C1D523CA}" dt="2026-07-07T12:36:29.699" v="3949" actId="255"/>
        <pc:sldMkLst>
          <pc:docMk/>
          <pc:sldMk cId="2744642615" sldId="615"/>
        </pc:sldMkLst>
        <pc:spChg chg="mod">
          <ac:chgData name="Menini Matosak Bruno" userId="b670492d-3440-448c-a1e0-5ef12f1deb8a" providerId="ADAL" clId="{67998794-DD6D-50B7-90B1-D347C1D523CA}" dt="2026-07-07T12:17:02.006" v="3471" actId="20577"/>
          <ac:spMkLst>
            <pc:docMk/>
            <pc:sldMk cId="2744642615" sldId="615"/>
            <ac:spMk id="5" creationId="{3913E2FD-E266-646E-3405-E8D27127992E}"/>
          </ac:spMkLst>
        </pc:spChg>
        <pc:spChg chg="del">
          <ac:chgData name="Menini Matosak Bruno" userId="b670492d-3440-448c-a1e0-5ef12f1deb8a" providerId="ADAL" clId="{67998794-DD6D-50B7-90B1-D347C1D523CA}" dt="2026-07-07T12:16:46.009" v="3459" actId="478"/>
          <ac:spMkLst>
            <pc:docMk/>
            <pc:sldMk cId="2744642615" sldId="615"/>
            <ac:spMk id="6" creationId="{E102C9EC-CA81-F97F-2190-87BC954A1306}"/>
          </ac:spMkLst>
        </pc:spChg>
        <pc:spChg chg="mod">
          <ac:chgData name="Menini Matosak Bruno" userId="b670492d-3440-448c-a1e0-5ef12f1deb8a" providerId="ADAL" clId="{67998794-DD6D-50B7-90B1-D347C1D523CA}" dt="2026-07-07T12:36:29.699" v="3949" actId="255"/>
          <ac:spMkLst>
            <pc:docMk/>
            <pc:sldMk cId="2744642615" sldId="615"/>
            <ac:spMk id="7" creationId="{BE637B28-A3AA-6930-903A-BC2AC36AD70A}"/>
          </ac:spMkLst>
        </pc:spChg>
        <pc:picChg chg="add mod">
          <ac:chgData name="Menini Matosak Bruno" userId="b670492d-3440-448c-a1e0-5ef12f1deb8a" providerId="ADAL" clId="{67998794-DD6D-50B7-90B1-D347C1D523CA}" dt="2026-07-07T12:17:13.866" v="3475" actId="1076"/>
          <ac:picMkLst>
            <pc:docMk/>
            <pc:sldMk cId="2744642615" sldId="615"/>
            <ac:picMk id="2" creationId="{D2B6FDB2-B6D3-BDF5-E009-16F31A89DBAF}"/>
          </ac:picMkLst>
        </pc:picChg>
        <pc:picChg chg="add mod">
          <ac:chgData name="Menini Matosak Bruno" userId="b670492d-3440-448c-a1e0-5ef12f1deb8a" providerId="ADAL" clId="{67998794-DD6D-50B7-90B1-D347C1D523CA}" dt="2026-07-07T12:17:19.025" v="3479" actId="1076"/>
          <ac:picMkLst>
            <pc:docMk/>
            <pc:sldMk cId="2744642615" sldId="615"/>
            <ac:picMk id="3" creationId="{C06F3A41-F307-8F77-9E9F-3B3E20432949}"/>
          </ac:picMkLst>
        </pc:picChg>
      </pc:sldChg>
    </pc:docChg>
  </pc:docChgLst>
  <pc:docChgLst>
    <pc:chgData name="Keskin Merve" userId="c3e15c31-6f96-41a3-8e5f-880d06521be7" providerId="ADAL" clId="{8CB6B258-31DF-417C-8BD5-72493F57592B}"/>
    <pc:docChg chg="custSel addSld modSld">
      <pc:chgData name="Keskin Merve" userId="c3e15c31-6f96-41a3-8e5f-880d06521be7" providerId="ADAL" clId="{8CB6B258-31DF-417C-8BD5-72493F57592B}" dt="2026-07-07T10:49:55.426" v="246" actId="20577"/>
      <pc:docMkLst>
        <pc:docMk/>
      </pc:docMkLst>
      <pc:sldChg chg="modSp mod">
        <pc:chgData name="Keskin Merve" userId="c3e15c31-6f96-41a3-8e5f-880d06521be7" providerId="ADAL" clId="{8CB6B258-31DF-417C-8BD5-72493F57592B}" dt="2026-07-07T10:49:55.426" v="246" actId="20577"/>
        <pc:sldMkLst>
          <pc:docMk/>
          <pc:sldMk cId="1179258005" sldId="257"/>
        </pc:sldMkLst>
        <pc:spChg chg="mod">
          <ac:chgData name="Keskin Merve" userId="c3e15c31-6f96-41a3-8e5f-880d06521be7" providerId="ADAL" clId="{8CB6B258-31DF-417C-8BD5-72493F57592B}" dt="2026-07-07T10:49:55.426" v="246" actId="20577"/>
          <ac:spMkLst>
            <pc:docMk/>
            <pc:sldMk cId="1179258005" sldId="257"/>
            <ac:spMk id="3" creationId="{DCD7609C-B3D1-93CE-BFD9-948C107D0DFA}"/>
          </ac:spMkLst>
        </pc:spChg>
      </pc:sldChg>
      <pc:sldChg chg="modSp mod">
        <pc:chgData name="Keskin Merve" userId="c3e15c31-6f96-41a3-8e5f-880d06521be7" providerId="ADAL" clId="{8CB6B258-31DF-417C-8BD5-72493F57592B}" dt="2026-07-07T09:54:00.841" v="6" actId="12"/>
        <pc:sldMkLst>
          <pc:docMk/>
          <pc:sldMk cId="3090856486" sldId="592"/>
        </pc:sldMkLst>
        <pc:spChg chg="mod">
          <ac:chgData name="Keskin Merve" userId="c3e15c31-6f96-41a3-8e5f-880d06521be7" providerId="ADAL" clId="{8CB6B258-31DF-417C-8BD5-72493F57592B}" dt="2026-07-07T09:54:00.841" v="6" actId="12"/>
          <ac:spMkLst>
            <pc:docMk/>
            <pc:sldMk cId="3090856486" sldId="592"/>
            <ac:spMk id="3" creationId="{6CBD8DC1-6418-E5CD-2D5C-35A2D5317FD9}"/>
          </ac:spMkLst>
        </pc:spChg>
      </pc:sldChg>
      <pc:sldChg chg="modSp mod">
        <pc:chgData name="Keskin Merve" userId="c3e15c31-6f96-41a3-8e5f-880d06521be7" providerId="ADAL" clId="{8CB6B258-31DF-417C-8BD5-72493F57592B}" dt="2026-07-07T09:54:15.495" v="10" actId="27636"/>
        <pc:sldMkLst>
          <pc:docMk/>
          <pc:sldMk cId="2618307792" sldId="593"/>
        </pc:sldMkLst>
        <pc:spChg chg="mod">
          <ac:chgData name="Keskin Merve" userId="c3e15c31-6f96-41a3-8e5f-880d06521be7" providerId="ADAL" clId="{8CB6B258-31DF-417C-8BD5-72493F57592B}" dt="2026-07-07T09:54:15.495" v="10" actId="27636"/>
          <ac:spMkLst>
            <pc:docMk/>
            <pc:sldMk cId="2618307792" sldId="593"/>
            <ac:spMk id="3" creationId="{1AE7477F-C7CB-0A1E-4B9E-93F997DD0DAD}"/>
          </ac:spMkLst>
        </pc:spChg>
      </pc:sldChg>
      <pc:sldChg chg="modSp mod">
        <pc:chgData name="Keskin Merve" userId="c3e15c31-6f96-41a3-8e5f-880d06521be7" providerId="ADAL" clId="{8CB6B258-31DF-417C-8BD5-72493F57592B}" dt="2026-07-07T09:54:43.828" v="15" actId="1076"/>
        <pc:sldMkLst>
          <pc:docMk/>
          <pc:sldMk cId="3385417326" sldId="594"/>
        </pc:sldMkLst>
        <pc:spChg chg="mod">
          <ac:chgData name="Keskin Merve" userId="c3e15c31-6f96-41a3-8e5f-880d06521be7" providerId="ADAL" clId="{8CB6B258-31DF-417C-8BD5-72493F57592B}" dt="2026-07-07T09:54:43.828" v="15" actId="1076"/>
          <ac:spMkLst>
            <pc:docMk/>
            <pc:sldMk cId="3385417326" sldId="594"/>
            <ac:spMk id="3" creationId="{88902DDE-263D-D934-2EFA-3ABF6DD0513C}"/>
          </ac:spMkLst>
        </pc:spChg>
      </pc:sldChg>
      <pc:sldChg chg="modSp mod">
        <pc:chgData name="Keskin Merve" userId="c3e15c31-6f96-41a3-8e5f-880d06521be7" providerId="ADAL" clId="{8CB6B258-31DF-417C-8BD5-72493F57592B}" dt="2026-07-07T09:53:41.628" v="3" actId="1076"/>
        <pc:sldMkLst>
          <pc:docMk/>
          <pc:sldMk cId="3291159710" sldId="596"/>
        </pc:sldMkLst>
        <pc:spChg chg="mod">
          <ac:chgData name="Keskin Merve" userId="c3e15c31-6f96-41a3-8e5f-880d06521be7" providerId="ADAL" clId="{8CB6B258-31DF-417C-8BD5-72493F57592B}" dt="2026-07-07T09:53:41.628" v="3" actId="1076"/>
          <ac:spMkLst>
            <pc:docMk/>
            <pc:sldMk cId="3291159710" sldId="596"/>
            <ac:spMk id="2" creationId="{389DA424-E4CA-915A-656C-3B69B1B32638}"/>
          </ac:spMkLst>
        </pc:spChg>
      </pc:sldChg>
      <pc:sldChg chg="modSp new mod">
        <pc:chgData name="Keskin Merve" userId="c3e15c31-6f96-41a3-8e5f-880d06521be7" providerId="ADAL" clId="{8CB6B258-31DF-417C-8BD5-72493F57592B}" dt="2026-07-07T09:58:33.558" v="44" actId="13926"/>
        <pc:sldMkLst>
          <pc:docMk/>
          <pc:sldMk cId="844575255" sldId="599"/>
        </pc:sldMkLst>
        <pc:spChg chg="mod">
          <ac:chgData name="Keskin Merve" userId="c3e15c31-6f96-41a3-8e5f-880d06521be7" providerId="ADAL" clId="{8CB6B258-31DF-417C-8BD5-72493F57592B}" dt="2026-07-07T09:58:33.558" v="44" actId="13926"/>
          <ac:spMkLst>
            <pc:docMk/>
            <pc:sldMk cId="844575255" sldId="599"/>
            <ac:spMk id="2" creationId="{38FBC0E0-79DC-F1E2-157D-4B0CC9311A38}"/>
          </ac:spMkLst>
        </pc:spChg>
      </pc:sldChg>
      <pc:sldChg chg="modSp new mod">
        <pc:chgData name="Keskin Merve" userId="c3e15c31-6f96-41a3-8e5f-880d06521be7" providerId="ADAL" clId="{8CB6B258-31DF-417C-8BD5-72493F57592B}" dt="2026-07-07T09:59:04.660" v="124" actId="20577"/>
        <pc:sldMkLst>
          <pc:docMk/>
          <pc:sldMk cId="1779106430" sldId="600"/>
        </pc:sldMkLst>
        <pc:spChg chg="mod">
          <ac:chgData name="Keskin Merve" userId="c3e15c31-6f96-41a3-8e5f-880d06521be7" providerId="ADAL" clId="{8CB6B258-31DF-417C-8BD5-72493F57592B}" dt="2026-07-07T09:59:04.660" v="124" actId="20577"/>
          <ac:spMkLst>
            <pc:docMk/>
            <pc:sldMk cId="1779106430" sldId="600"/>
            <ac:spMk id="2" creationId="{E6ABB9FA-C44D-B896-A32C-D6E888774501}"/>
          </ac:spMkLst>
        </pc:spChg>
      </pc:sldChg>
      <pc:sldChg chg="modSp new mod">
        <pc:chgData name="Keskin Merve" userId="c3e15c31-6f96-41a3-8e5f-880d06521be7" providerId="ADAL" clId="{8CB6B258-31DF-417C-8BD5-72493F57592B}" dt="2026-07-07T10:00:02.816" v="241" actId="13926"/>
        <pc:sldMkLst>
          <pc:docMk/>
          <pc:sldMk cId="1788794499" sldId="601"/>
        </pc:sldMkLst>
        <pc:spChg chg="mod">
          <ac:chgData name="Keskin Merve" userId="c3e15c31-6f96-41a3-8e5f-880d06521be7" providerId="ADAL" clId="{8CB6B258-31DF-417C-8BD5-72493F57592B}" dt="2026-07-07T10:00:02.816" v="241" actId="13926"/>
          <ac:spMkLst>
            <pc:docMk/>
            <pc:sldMk cId="1788794499" sldId="601"/>
            <ac:spMk id="2" creationId="{36F98880-CE1B-8083-9D9B-9B6D73B83C4E}"/>
          </ac:spMkLst>
        </pc:spChg>
      </pc:sldChg>
    </pc:docChg>
  </pc:docChgLst>
  <pc:docChgLst>
    <pc:chgData name="De La Cruz Leizel Gervacio" userId="602e492e-4a3d-4404-9fba-0a555da71523" providerId="ADAL" clId="{D4CACED8-3410-49BA-9C5C-3570EFB32755}"/>
    <pc:docChg chg="addSld modSld">
      <pc:chgData name="De La Cruz Leizel Gervacio" userId="602e492e-4a3d-4404-9fba-0a555da71523" providerId="ADAL" clId="{D4CACED8-3410-49BA-9C5C-3570EFB32755}" dt="2026-07-07T13:01:26.853" v="45" actId="20577"/>
      <pc:docMkLst>
        <pc:docMk/>
      </pc:docMkLst>
      <pc:sldChg chg="modSp mod">
        <pc:chgData name="De La Cruz Leizel Gervacio" userId="602e492e-4a3d-4404-9fba-0a555da71523" providerId="ADAL" clId="{D4CACED8-3410-49BA-9C5C-3570EFB32755}" dt="2026-07-07T13:01:26.853" v="45" actId="20577"/>
        <pc:sldMkLst>
          <pc:docMk/>
          <pc:sldMk cId="1179258005" sldId="257"/>
        </pc:sldMkLst>
        <pc:spChg chg="mod">
          <ac:chgData name="De La Cruz Leizel Gervacio" userId="602e492e-4a3d-4404-9fba-0a555da71523" providerId="ADAL" clId="{D4CACED8-3410-49BA-9C5C-3570EFB32755}" dt="2026-07-07T13:01:26.853" v="45" actId="20577"/>
          <ac:spMkLst>
            <pc:docMk/>
            <pc:sldMk cId="1179258005" sldId="257"/>
            <ac:spMk id="3" creationId="{DCD7609C-B3D1-93CE-BFD9-948C107D0DFA}"/>
          </ac:spMkLst>
        </pc:spChg>
      </pc:sldChg>
      <pc:sldChg chg="addSp delSp modSp new mod">
        <pc:chgData name="De La Cruz Leizel Gervacio" userId="602e492e-4a3d-4404-9fba-0a555da71523" providerId="ADAL" clId="{D4CACED8-3410-49BA-9C5C-3570EFB32755}" dt="2026-07-07T09:33:18.415" v="44" actId="20577"/>
        <pc:sldMkLst>
          <pc:docMk/>
          <pc:sldMk cId="1430302823" sldId="598"/>
        </pc:sldMkLst>
        <pc:spChg chg="mod">
          <ac:chgData name="De La Cruz Leizel Gervacio" userId="602e492e-4a3d-4404-9fba-0a555da71523" providerId="ADAL" clId="{D4CACED8-3410-49BA-9C5C-3570EFB32755}" dt="2026-07-07T09:33:18.415" v="44" actId="20577"/>
          <ac:spMkLst>
            <pc:docMk/>
            <pc:sldMk cId="1430302823" sldId="598"/>
            <ac:spMk id="2" creationId="{0AFEC247-83E1-03E7-8C98-E15834DC04F5}"/>
          </ac:spMkLst>
        </pc:spChg>
        <pc:spChg chg="del">
          <ac:chgData name="De La Cruz Leizel Gervacio" userId="602e492e-4a3d-4404-9fba-0a555da71523" providerId="ADAL" clId="{D4CACED8-3410-49BA-9C5C-3570EFB32755}" dt="2026-07-07T09:31:34.373" v="2"/>
          <ac:spMkLst>
            <pc:docMk/>
            <pc:sldMk cId="1430302823" sldId="598"/>
            <ac:spMk id="3" creationId="{8E6F706A-7B22-EA9A-6653-DF036B6D4932}"/>
          </ac:spMkLst>
        </pc:spChg>
        <pc:picChg chg="add mod ord">
          <ac:chgData name="De La Cruz Leizel Gervacio" userId="602e492e-4a3d-4404-9fba-0a555da71523" providerId="ADAL" clId="{D4CACED8-3410-49BA-9C5C-3570EFB32755}" dt="2026-07-07T09:31:34.373" v="2"/>
          <ac:picMkLst>
            <pc:docMk/>
            <pc:sldMk cId="1430302823" sldId="598"/>
            <ac:picMk id="5" creationId="{E293F539-4B55-4587-2197-A05AF08F57F1}"/>
          </ac:picMkLst>
        </pc:picChg>
      </pc:sldChg>
    </pc:docChg>
  </pc:docChgLst>
  <pc:docChgLst>
    <pc:chgData name="Steinbacher Eva-Maria" userId="S::eva-maria.steinbacher@plus.ac.at::97c22286-390b-4e30-8cfd-6e73090c1a05" providerId="AD" clId="Web-{E578161B-062B-2CA3-B544-E7F1C7426255}"/>
    <pc:docChg chg="modSld">
      <pc:chgData name="Steinbacher Eva-Maria" userId="S::eva-maria.steinbacher@plus.ac.at::97c22286-390b-4e30-8cfd-6e73090c1a05" providerId="AD" clId="Web-{E578161B-062B-2CA3-B544-E7F1C7426255}" dt="2026-07-07T09:39:40.377" v="5" actId="1076"/>
      <pc:docMkLst>
        <pc:docMk/>
      </pc:docMkLst>
      <pc:sldChg chg="addSp modSp">
        <pc:chgData name="Steinbacher Eva-Maria" userId="S::eva-maria.steinbacher@plus.ac.at::97c22286-390b-4e30-8cfd-6e73090c1a05" providerId="AD" clId="Web-{E578161B-062B-2CA3-B544-E7F1C7426255}" dt="2026-07-07T09:39:40.377" v="5" actId="1076"/>
        <pc:sldMkLst>
          <pc:docMk/>
          <pc:sldMk cId="1430302823" sldId="598"/>
        </pc:sldMkLst>
        <pc:spChg chg="mod">
          <ac:chgData name="Steinbacher Eva-Maria" userId="S::eva-maria.steinbacher@plus.ac.at::97c22286-390b-4e30-8cfd-6e73090c1a05" providerId="AD" clId="Web-{E578161B-062B-2CA3-B544-E7F1C7426255}" dt="2026-07-07T09:38:48.063" v="1" actId="20577"/>
          <ac:spMkLst>
            <pc:docMk/>
            <pc:sldMk cId="1430302823" sldId="598"/>
            <ac:spMk id="2" creationId="{0AFEC247-83E1-03E7-8C98-E15834DC04F5}"/>
          </ac:spMkLst>
        </pc:spChg>
        <pc:picChg chg="add mod">
          <ac:chgData name="Steinbacher Eva-Maria" userId="S::eva-maria.steinbacher@plus.ac.at::97c22286-390b-4e30-8cfd-6e73090c1a05" providerId="AD" clId="Web-{E578161B-062B-2CA3-B544-E7F1C7426255}" dt="2026-07-07T09:39:40.377" v="5" actId="1076"/>
          <ac:picMkLst>
            <pc:docMk/>
            <pc:sldMk cId="1430302823" sldId="598"/>
            <ac:picMk id="4" creationId="{0284E131-CA72-E0B0-0BDB-73440B1FFF06}"/>
          </ac:picMkLst>
        </pc:picChg>
      </pc:sldChg>
    </pc:docChg>
  </pc:docChgLst>
  <pc:docChgLst>
    <pc:chgData name="Steinbacher Eva-Maria" userId="S::eva-maria.steinbacher@plus.ac.at::97c22286-390b-4e30-8cfd-6e73090c1a05" providerId="AD" clId="Web-{5D3D1D43-24EE-8BF9-9D03-DA73836106E7}"/>
    <pc:docChg chg="mod modSld">
      <pc:chgData name="Steinbacher Eva-Maria" userId="S::eva-maria.steinbacher@plus.ac.at::97c22286-390b-4e30-8cfd-6e73090c1a05" providerId="AD" clId="Web-{5D3D1D43-24EE-8BF9-9D03-DA73836106E7}" dt="2026-07-07T09:40:25.793" v="45"/>
      <pc:docMkLst>
        <pc:docMk/>
      </pc:docMkLst>
      <pc:sldChg chg="addSp modSp">
        <pc:chgData name="Steinbacher Eva-Maria" userId="S::eva-maria.steinbacher@plus.ac.at::97c22286-390b-4e30-8cfd-6e73090c1a05" providerId="AD" clId="Web-{5D3D1D43-24EE-8BF9-9D03-DA73836106E7}" dt="2026-07-07T09:40:25.793" v="45"/>
        <pc:sldMkLst>
          <pc:docMk/>
          <pc:sldMk cId="1430302823" sldId="598"/>
        </pc:sldMkLst>
        <pc:spChg chg="mod">
          <ac:chgData name="Steinbacher Eva-Maria" userId="S::eva-maria.steinbacher@plus.ac.at::97c22286-390b-4e30-8cfd-6e73090c1a05" providerId="AD" clId="Web-{5D3D1D43-24EE-8BF9-9D03-DA73836106E7}" dt="2026-07-07T09:38:10.738" v="35" actId="20577"/>
          <ac:spMkLst>
            <pc:docMk/>
            <pc:sldMk cId="1430302823" sldId="598"/>
            <ac:spMk id="2" creationId="{0AFEC247-83E1-03E7-8C98-E15834DC04F5}"/>
          </ac:spMkLst>
        </pc:spChg>
        <pc:grpChg chg="add">
          <ac:chgData name="Steinbacher Eva-Maria" userId="S::eva-maria.steinbacher@plus.ac.at::97c22286-390b-4e30-8cfd-6e73090c1a05" providerId="AD" clId="Web-{5D3D1D43-24EE-8BF9-9D03-DA73836106E7}" dt="2026-07-07T09:40:25.793" v="45"/>
          <ac:grpSpMkLst>
            <pc:docMk/>
            <pc:sldMk cId="1430302823" sldId="598"/>
            <ac:grpSpMk id="7" creationId="{02256E12-2029-5B5E-DA5D-567A03110A3E}"/>
          </ac:grpSpMkLst>
        </pc:grpChg>
        <pc:picChg chg="add mod">
          <ac:chgData name="Steinbacher Eva-Maria" userId="S::eva-maria.steinbacher@plus.ac.at::97c22286-390b-4e30-8cfd-6e73090c1a05" providerId="AD" clId="Web-{5D3D1D43-24EE-8BF9-9D03-DA73836106E7}" dt="2026-07-07T09:39:19.274" v="39" actId="1076"/>
          <ac:picMkLst>
            <pc:docMk/>
            <pc:sldMk cId="1430302823" sldId="598"/>
            <ac:picMk id="3" creationId="{9718FC2A-DB6D-DC40-B6FD-DFF7B9761CAD}"/>
          </ac:picMkLst>
        </pc:picChg>
        <pc:picChg chg="add mod">
          <ac:chgData name="Steinbacher Eva-Maria" userId="S::eva-maria.steinbacher@plus.ac.at::97c22286-390b-4e30-8cfd-6e73090c1a05" providerId="AD" clId="Web-{5D3D1D43-24EE-8BF9-9D03-DA73836106E7}" dt="2026-07-07T09:40:19.496" v="44" actId="1076"/>
          <ac:picMkLst>
            <pc:docMk/>
            <pc:sldMk cId="1430302823" sldId="598"/>
            <ac:picMk id="6" creationId="{83D6A5EF-F59D-6F79-EAF7-37F9C6E9E1DC}"/>
          </ac:picMkLst>
        </pc:picChg>
      </pc:sldChg>
    </pc:docChg>
  </pc:docChgLst>
  <pc:docChgLst>
    <pc:chgData name="Menini Matosak Bruno" userId="S::bruno.menini-matosak@plus.ac.at::b670492d-3440-448c-a1e0-5ef12f1deb8a" providerId="AD" clId="Web-{B5CC141B-D1EB-7B75-CC8B-F8A570A18AFA}"/>
    <pc:docChg chg="modSld">
      <pc:chgData name="Menini Matosak Bruno" userId="S::bruno.menini-matosak@plus.ac.at::b670492d-3440-448c-a1e0-5ef12f1deb8a" providerId="AD" clId="Web-{B5CC141B-D1EB-7B75-CC8B-F8A570A18AFA}" dt="2026-07-07T13:00:13.485" v="6" actId="20577"/>
      <pc:docMkLst>
        <pc:docMk/>
      </pc:docMkLst>
      <pc:sldChg chg="modSp">
        <pc:chgData name="Menini Matosak Bruno" userId="S::bruno.menini-matosak@plus.ac.at::b670492d-3440-448c-a1e0-5ef12f1deb8a" providerId="AD" clId="Web-{B5CC141B-D1EB-7B75-CC8B-F8A570A18AFA}" dt="2026-07-07T13:00:00.078" v="5" actId="20577"/>
        <pc:sldMkLst>
          <pc:docMk/>
          <pc:sldMk cId="502124225" sldId="262"/>
        </pc:sldMkLst>
        <pc:spChg chg="mod">
          <ac:chgData name="Menini Matosak Bruno" userId="S::bruno.menini-matosak@plus.ac.at::b670492d-3440-448c-a1e0-5ef12f1deb8a" providerId="AD" clId="Web-{B5CC141B-D1EB-7B75-CC8B-F8A570A18AFA}" dt="2026-07-07T13:00:00.078" v="5" actId="20577"/>
          <ac:spMkLst>
            <pc:docMk/>
            <pc:sldMk cId="502124225" sldId="262"/>
            <ac:spMk id="7" creationId="{E6C9905C-F317-A23B-80A9-114169078800}"/>
          </ac:spMkLst>
        </pc:spChg>
      </pc:sldChg>
      <pc:sldChg chg="modSp">
        <pc:chgData name="Menini Matosak Bruno" userId="S::bruno.menini-matosak@plus.ac.at::b670492d-3440-448c-a1e0-5ef12f1deb8a" providerId="AD" clId="Web-{B5CC141B-D1EB-7B75-CC8B-F8A570A18AFA}" dt="2026-07-07T13:00:13.485" v="6" actId="20577"/>
        <pc:sldMkLst>
          <pc:docMk/>
          <pc:sldMk cId="2744642615" sldId="615"/>
        </pc:sldMkLst>
        <pc:spChg chg="mod">
          <ac:chgData name="Menini Matosak Bruno" userId="S::bruno.menini-matosak@plus.ac.at::b670492d-3440-448c-a1e0-5ef12f1deb8a" providerId="AD" clId="Web-{B5CC141B-D1EB-7B75-CC8B-F8A570A18AFA}" dt="2026-07-07T13:00:13.485" v="6" actId="20577"/>
          <ac:spMkLst>
            <pc:docMk/>
            <pc:sldMk cId="2744642615" sldId="615"/>
            <ac:spMk id="7" creationId="{BE637B28-A3AA-6930-903A-BC2AC36AD70A}"/>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3E9C140-6C20-FB44-ABCE-A7195E40B14B}" type="datetimeFigureOut">
              <a:rPr lang="en-US" smtClean="0"/>
              <a:t>7/8/26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95081F7-C7DE-D649-A478-A9787F4CEDBC}" type="slidenum">
              <a:rPr lang="en-US" smtClean="0"/>
              <a:t>‹#›</a:t>
            </a:fld>
            <a:endParaRPr lang="en-US"/>
          </a:p>
        </p:txBody>
      </p:sp>
    </p:spTree>
    <p:extLst>
      <p:ext uri="{BB962C8B-B14F-4D97-AF65-F5344CB8AC3E}">
        <p14:creationId xmlns:p14="http://schemas.microsoft.com/office/powerpoint/2010/main" val="26954314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slide, I want to showcase how dangerous and devastating floods can be.</a:t>
            </a:r>
          </a:p>
          <a:p>
            <a:r>
              <a:rPr lang="en-US" dirty="0"/>
              <a:t>– This is a scene before and after flood for the urban center of Porto Alegre, in southern Brazil. It is a major city in the country, with over 1.4 million people.</a:t>
            </a:r>
          </a:p>
          <a:p>
            <a:r>
              <a:rPr lang="en-US" dirty="0"/>
              <a:t>– The city center was heavily affected, leaving more than 200,000 people displaced.</a:t>
            </a:r>
          </a:p>
          <a:p>
            <a:endParaRPr lang="en-US" dirty="0"/>
          </a:p>
          <a:p>
            <a:r>
              <a:rPr lang="en-US" dirty="0"/>
              <a:t>To connect this slide with the next one, it should be highlighted that in such situations, it is of utmost importance to swiftly and precisely map the flood, so we know what are the most affected areas so we know how many people we expect to be affected and need help.</a:t>
            </a:r>
          </a:p>
        </p:txBody>
      </p:sp>
      <p:sp>
        <p:nvSpPr>
          <p:cNvPr id="4" name="Slide Number Placeholder 3"/>
          <p:cNvSpPr>
            <a:spLocks noGrp="1"/>
          </p:cNvSpPr>
          <p:nvPr>
            <p:ph type="sldNum" sz="quarter" idx="5"/>
          </p:nvPr>
        </p:nvSpPr>
        <p:spPr/>
        <p:txBody>
          <a:bodyPr/>
          <a:lstStyle/>
          <a:p>
            <a:fld id="{F95081F7-C7DE-D649-A478-A9787F4CEDBC}" type="slidenum">
              <a:rPr lang="en-US" smtClean="0"/>
              <a:t>3</a:t>
            </a:fld>
            <a:endParaRPr lang="en-US"/>
          </a:p>
        </p:txBody>
      </p:sp>
    </p:spTree>
    <p:extLst>
      <p:ext uri="{BB962C8B-B14F-4D97-AF65-F5344CB8AC3E}">
        <p14:creationId xmlns:p14="http://schemas.microsoft.com/office/powerpoint/2010/main" val="39883159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5081F7-C7DE-D649-A478-A9787F4CEDBC}" type="slidenum">
              <a:rPr lang="en-US" smtClean="0"/>
              <a:t>11</a:t>
            </a:fld>
            <a:endParaRPr lang="en-US"/>
          </a:p>
        </p:txBody>
      </p:sp>
    </p:spTree>
    <p:extLst>
      <p:ext uri="{BB962C8B-B14F-4D97-AF65-F5344CB8AC3E}">
        <p14:creationId xmlns:p14="http://schemas.microsoft.com/office/powerpoint/2010/main" val="10442657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hyperlink" Target="http://www.spacesuite-project.eu/" TargetMode="External"/><Relationship Id="rId2" Type="http://schemas.openxmlformats.org/officeDocument/2006/relationships/image" Target="../media/image1.png"/><Relationship Id="rId1" Type="http://schemas.openxmlformats.org/officeDocument/2006/relationships/slideMaster" Target="../slideMasters/slideMaster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4.png"/><Relationship Id="rId2" Type="http://schemas.openxmlformats.org/officeDocument/2006/relationships/image" Target="../media/image8.png"/><Relationship Id="rId1" Type="http://schemas.openxmlformats.org/officeDocument/2006/relationships/slideMaster" Target="../slideMasters/slideMaster2.xml"/><Relationship Id="rId6" Type="http://schemas.openxmlformats.org/officeDocument/2006/relationships/image" Target="../media/image3.png"/><Relationship Id="rId5" Type="http://schemas.openxmlformats.org/officeDocument/2006/relationships/hyperlink" Target="http://www.spacesuite-project.eu/" TargetMode="External"/><Relationship Id="rId4" Type="http://schemas.openxmlformats.org/officeDocument/2006/relationships/image" Target="../media/image10.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AE59A3-B26D-63C2-CC57-07514133C01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B97ED6B-1387-FF87-66F6-6C408BCAA7C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67AAD06-762A-C3AF-C4D7-D563648E9E08}"/>
              </a:ext>
            </a:extLst>
          </p:cNvPr>
          <p:cNvSpPr>
            <a:spLocks noGrp="1"/>
          </p:cNvSpPr>
          <p:nvPr>
            <p:ph type="dt" sz="half" idx="10"/>
          </p:nvPr>
        </p:nvSpPr>
        <p:spPr/>
        <p:txBody>
          <a:bodyPr/>
          <a:lstStyle/>
          <a:p>
            <a:fld id="{BBF141F5-2744-C74F-9B4D-ED03BBE08CF3}" type="datetimeFigureOut">
              <a:rPr lang="en-US" smtClean="0"/>
              <a:t>7/8/26</a:t>
            </a:fld>
            <a:endParaRPr lang="en-US"/>
          </a:p>
        </p:txBody>
      </p:sp>
      <p:sp>
        <p:nvSpPr>
          <p:cNvPr id="5" name="Footer Placeholder 4">
            <a:extLst>
              <a:ext uri="{FF2B5EF4-FFF2-40B4-BE49-F238E27FC236}">
                <a16:creationId xmlns:a16="http://schemas.microsoft.com/office/drawing/2014/main" id="{15183BBB-F421-AFE4-3AF6-B4B28279F64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6F0B238-3E48-1BA5-4144-530CF8173E5D}"/>
              </a:ext>
            </a:extLst>
          </p:cNvPr>
          <p:cNvSpPr>
            <a:spLocks noGrp="1"/>
          </p:cNvSpPr>
          <p:nvPr>
            <p:ph type="sldNum" sz="quarter" idx="12"/>
          </p:nvPr>
        </p:nvSpPr>
        <p:spPr/>
        <p:txBody>
          <a:bodyPr/>
          <a:lstStyle/>
          <a:p>
            <a:fld id="{F898B58D-8A38-634B-8C02-72FA111CB2D4}" type="slidenum">
              <a:rPr lang="en-US" smtClean="0"/>
              <a:t>‹#›</a:t>
            </a:fld>
            <a:endParaRPr lang="en-US"/>
          </a:p>
        </p:txBody>
      </p:sp>
    </p:spTree>
    <p:extLst>
      <p:ext uri="{BB962C8B-B14F-4D97-AF65-F5344CB8AC3E}">
        <p14:creationId xmlns:p14="http://schemas.microsoft.com/office/powerpoint/2010/main" val="40369738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79F4F0-8BB2-211E-F868-27254EE83B8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DDDF7EF-7AF2-89AD-5C14-DE7D74A87B7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EC43BD4-3427-98A8-EE05-52AA04E228D4}"/>
              </a:ext>
            </a:extLst>
          </p:cNvPr>
          <p:cNvSpPr>
            <a:spLocks noGrp="1"/>
          </p:cNvSpPr>
          <p:nvPr>
            <p:ph type="dt" sz="half" idx="10"/>
          </p:nvPr>
        </p:nvSpPr>
        <p:spPr/>
        <p:txBody>
          <a:bodyPr/>
          <a:lstStyle/>
          <a:p>
            <a:fld id="{BBF141F5-2744-C74F-9B4D-ED03BBE08CF3}" type="datetimeFigureOut">
              <a:rPr lang="en-US" smtClean="0"/>
              <a:t>7/8/26</a:t>
            </a:fld>
            <a:endParaRPr lang="en-US"/>
          </a:p>
        </p:txBody>
      </p:sp>
      <p:sp>
        <p:nvSpPr>
          <p:cNvPr id="5" name="Footer Placeholder 4">
            <a:extLst>
              <a:ext uri="{FF2B5EF4-FFF2-40B4-BE49-F238E27FC236}">
                <a16:creationId xmlns:a16="http://schemas.microsoft.com/office/drawing/2014/main" id="{8A6108F2-DE89-15BE-00FC-07AEEA67B00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C90EE2D-CFB1-F5F6-43EC-53F1334D6AE6}"/>
              </a:ext>
            </a:extLst>
          </p:cNvPr>
          <p:cNvSpPr>
            <a:spLocks noGrp="1"/>
          </p:cNvSpPr>
          <p:nvPr>
            <p:ph type="sldNum" sz="quarter" idx="12"/>
          </p:nvPr>
        </p:nvSpPr>
        <p:spPr/>
        <p:txBody>
          <a:bodyPr/>
          <a:lstStyle/>
          <a:p>
            <a:fld id="{F898B58D-8A38-634B-8C02-72FA111CB2D4}" type="slidenum">
              <a:rPr lang="en-US" smtClean="0"/>
              <a:t>‹#›</a:t>
            </a:fld>
            <a:endParaRPr lang="en-US"/>
          </a:p>
        </p:txBody>
      </p:sp>
    </p:spTree>
    <p:extLst>
      <p:ext uri="{BB962C8B-B14F-4D97-AF65-F5344CB8AC3E}">
        <p14:creationId xmlns:p14="http://schemas.microsoft.com/office/powerpoint/2010/main" val="21413962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85986B-C1F6-AE50-C32D-2DB7F8C0ADA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B702052-6FD8-EDD5-2815-2CC0D9EE11B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9A8B58A-4A40-CC4C-77CB-3D0520481005}"/>
              </a:ext>
            </a:extLst>
          </p:cNvPr>
          <p:cNvSpPr>
            <a:spLocks noGrp="1"/>
          </p:cNvSpPr>
          <p:nvPr>
            <p:ph type="dt" sz="half" idx="10"/>
          </p:nvPr>
        </p:nvSpPr>
        <p:spPr/>
        <p:txBody>
          <a:bodyPr/>
          <a:lstStyle/>
          <a:p>
            <a:fld id="{BBF141F5-2744-C74F-9B4D-ED03BBE08CF3}" type="datetimeFigureOut">
              <a:rPr lang="en-US" smtClean="0"/>
              <a:t>7/8/26</a:t>
            </a:fld>
            <a:endParaRPr lang="en-US"/>
          </a:p>
        </p:txBody>
      </p:sp>
      <p:sp>
        <p:nvSpPr>
          <p:cNvPr id="5" name="Footer Placeholder 4">
            <a:extLst>
              <a:ext uri="{FF2B5EF4-FFF2-40B4-BE49-F238E27FC236}">
                <a16:creationId xmlns:a16="http://schemas.microsoft.com/office/drawing/2014/main" id="{CF10ACFD-5CF4-3F58-5A56-A9191262E46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6CC439E-95D1-03EF-9BC5-FB5DC1BD0D80}"/>
              </a:ext>
            </a:extLst>
          </p:cNvPr>
          <p:cNvSpPr>
            <a:spLocks noGrp="1"/>
          </p:cNvSpPr>
          <p:nvPr>
            <p:ph type="sldNum" sz="quarter" idx="12"/>
          </p:nvPr>
        </p:nvSpPr>
        <p:spPr/>
        <p:txBody>
          <a:bodyPr/>
          <a:lstStyle/>
          <a:p>
            <a:fld id="{F898B58D-8A38-634B-8C02-72FA111CB2D4}" type="slidenum">
              <a:rPr lang="en-US" smtClean="0"/>
              <a:t>‹#›</a:t>
            </a:fld>
            <a:endParaRPr lang="en-US"/>
          </a:p>
        </p:txBody>
      </p:sp>
    </p:spTree>
    <p:extLst>
      <p:ext uri="{BB962C8B-B14F-4D97-AF65-F5344CB8AC3E}">
        <p14:creationId xmlns:p14="http://schemas.microsoft.com/office/powerpoint/2010/main" val="41723110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FB27E7-9DFA-FDCC-7AB2-02D3347C099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D91EC45-DE67-8D72-CA8D-041B9CADEF5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8C20534-E2CC-D48F-CF93-EFABC99D97B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3C9B545-3417-1673-B4B9-B8843DB2BB27}"/>
              </a:ext>
            </a:extLst>
          </p:cNvPr>
          <p:cNvSpPr>
            <a:spLocks noGrp="1"/>
          </p:cNvSpPr>
          <p:nvPr>
            <p:ph type="dt" sz="half" idx="10"/>
          </p:nvPr>
        </p:nvSpPr>
        <p:spPr/>
        <p:txBody>
          <a:bodyPr/>
          <a:lstStyle/>
          <a:p>
            <a:fld id="{BBF141F5-2744-C74F-9B4D-ED03BBE08CF3}" type="datetimeFigureOut">
              <a:rPr lang="en-US" smtClean="0"/>
              <a:t>7/8/26</a:t>
            </a:fld>
            <a:endParaRPr lang="en-US"/>
          </a:p>
        </p:txBody>
      </p:sp>
      <p:sp>
        <p:nvSpPr>
          <p:cNvPr id="6" name="Footer Placeholder 5">
            <a:extLst>
              <a:ext uri="{FF2B5EF4-FFF2-40B4-BE49-F238E27FC236}">
                <a16:creationId xmlns:a16="http://schemas.microsoft.com/office/drawing/2014/main" id="{31247682-D689-0475-2B97-EC32DA09ADE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F916614-7A7D-7C09-DD3E-184A21E6E2A4}"/>
              </a:ext>
            </a:extLst>
          </p:cNvPr>
          <p:cNvSpPr>
            <a:spLocks noGrp="1"/>
          </p:cNvSpPr>
          <p:nvPr>
            <p:ph type="sldNum" sz="quarter" idx="12"/>
          </p:nvPr>
        </p:nvSpPr>
        <p:spPr/>
        <p:txBody>
          <a:bodyPr/>
          <a:lstStyle/>
          <a:p>
            <a:fld id="{F898B58D-8A38-634B-8C02-72FA111CB2D4}" type="slidenum">
              <a:rPr lang="en-US" smtClean="0"/>
              <a:t>‹#›</a:t>
            </a:fld>
            <a:endParaRPr lang="en-US"/>
          </a:p>
        </p:txBody>
      </p:sp>
    </p:spTree>
    <p:extLst>
      <p:ext uri="{BB962C8B-B14F-4D97-AF65-F5344CB8AC3E}">
        <p14:creationId xmlns:p14="http://schemas.microsoft.com/office/powerpoint/2010/main" val="2695373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DF1AD4-EA60-05E4-2B76-06D9F40C264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E4BAA9A-A0E5-8414-7CE8-DA86CEC7307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4C38402-3F29-8505-0938-C0306CC615B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661E4B5-19FF-C16E-85AE-0E374292229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0844318-AF0D-05C6-3092-369A87CA5D1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4F0BB11-1BD8-59F5-5C16-349F35D16094}"/>
              </a:ext>
            </a:extLst>
          </p:cNvPr>
          <p:cNvSpPr>
            <a:spLocks noGrp="1"/>
          </p:cNvSpPr>
          <p:nvPr>
            <p:ph type="dt" sz="half" idx="10"/>
          </p:nvPr>
        </p:nvSpPr>
        <p:spPr/>
        <p:txBody>
          <a:bodyPr/>
          <a:lstStyle/>
          <a:p>
            <a:fld id="{BBF141F5-2744-C74F-9B4D-ED03BBE08CF3}" type="datetimeFigureOut">
              <a:rPr lang="en-US" smtClean="0"/>
              <a:t>7/8/26</a:t>
            </a:fld>
            <a:endParaRPr lang="en-US"/>
          </a:p>
        </p:txBody>
      </p:sp>
      <p:sp>
        <p:nvSpPr>
          <p:cNvPr id="8" name="Footer Placeholder 7">
            <a:extLst>
              <a:ext uri="{FF2B5EF4-FFF2-40B4-BE49-F238E27FC236}">
                <a16:creationId xmlns:a16="http://schemas.microsoft.com/office/drawing/2014/main" id="{87ADA017-B985-C951-DF10-642FDCD3B7C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03EB4B3-0646-6E59-C5DB-3E3F537B1305}"/>
              </a:ext>
            </a:extLst>
          </p:cNvPr>
          <p:cNvSpPr>
            <a:spLocks noGrp="1"/>
          </p:cNvSpPr>
          <p:nvPr>
            <p:ph type="sldNum" sz="quarter" idx="12"/>
          </p:nvPr>
        </p:nvSpPr>
        <p:spPr/>
        <p:txBody>
          <a:bodyPr/>
          <a:lstStyle/>
          <a:p>
            <a:fld id="{F898B58D-8A38-634B-8C02-72FA111CB2D4}" type="slidenum">
              <a:rPr lang="en-US" smtClean="0"/>
              <a:t>‹#›</a:t>
            </a:fld>
            <a:endParaRPr lang="en-US"/>
          </a:p>
        </p:txBody>
      </p:sp>
    </p:spTree>
    <p:extLst>
      <p:ext uri="{BB962C8B-B14F-4D97-AF65-F5344CB8AC3E}">
        <p14:creationId xmlns:p14="http://schemas.microsoft.com/office/powerpoint/2010/main" val="20883514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10602C-D37D-1F81-1BE7-7276DDBC2E9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BBF0370-3B47-A778-8AD5-BD93BB51167B}"/>
              </a:ext>
            </a:extLst>
          </p:cNvPr>
          <p:cNvSpPr>
            <a:spLocks noGrp="1"/>
          </p:cNvSpPr>
          <p:nvPr>
            <p:ph type="dt" sz="half" idx="10"/>
          </p:nvPr>
        </p:nvSpPr>
        <p:spPr/>
        <p:txBody>
          <a:bodyPr/>
          <a:lstStyle/>
          <a:p>
            <a:fld id="{BBF141F5-2744-C74F-9B4D-ED03BBE08CF3}" type="datetimeFigureOut">
              <a:rPr lang="en-US" smtClean="0"/>
              <a:t>7/8/26</a:t>
            </a:fld>
            <a:endParaRPr lang="en-US"/>
          </a:p>
        </p:txBody>
      </p:sp>
      <p:sp>
        <p:nvSpPr>
          <p:cNvPr id="4" name="Footer Placeholder 3">
            <a:extLst>
              <a:ext uri="{FF2B5EF4-FFF2-40B4-BE49-F238E27FC236}">
                <a16:creationId xmlns:a16="http://schemas.microsoft.com/office/drawing/2014/main" id="{B9C5D0EA-1BC4-0CBC-484A-542456D63FC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4477B47-F6EA-7625-3E91-3A14B26E039F}"/>
              </a:ext>
            </a:extLst>
          </p:cNvPr>
          <p:cNvSpPr>
            <a:spLocks noGrp="1"/>
          </p:cNvSpPr>
          <p:nvPr>
            <p:ph type="sldNum" sz="quarter" idx="12"/>
          </p:nvPr>
        </p:nvSpPr>
        <p:spPr/>
        <p:txBody>
          <a:bodyPr/>
          <a:lstStyle/>
          <a:p>
            <a:fld id="{F898B58D-8A38-634B-8C02-72FA111CB2D4}" type="slidenum">
              <a:rPr lang="en-US" smtClean="0"/>
              <a:t>‹#›</a:t>
            </a:fld>
            <a:endParaRPr lang="en-US"/>
          </a:p>
        </p:txBody>
      </p:sp>
    </p:spTree>
    <p:extLst>
      <p:ext uri="{BB962C8B-B14F-4D97-AF65-F5344CB8AC3E}">
        <p14:creationId xmlns:p14="http://schemas.microsoft.com/office/powerpoint/2010/main" val="2802572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C78E397-FB5C-BEFB-05D6-3B49EB4830E5}"/>
              </a:ext>
            </a:extLst>
          </p:cNvPr>
          <p:cNvSpPr>
            <a:spLocks noGrp="1"/>
          </p:cNvSpPr>
          <p:nvPr>
            <p:ph type="dt" sz="half" idx="10"/>
          </p:nvPr>
        </p:nvSpPr>
        <p:spPr/>
        <p:txBody>
          <a:bodyPr/>
          <a:lstStyle/>
          <a:p>
            <a:fld id="{BBF141F5-2744-C74F-9B4D-ED03BBE08CF3}" type="datetimeFigureOut">
              <a:rPr lang="en-US" smtClean="0"/>
              <a:t>7/8/26</a:t>
            </a:fld>
            <a:endParaRPr lang="en-US"/>
          </a:p>
        </p:txBody>
      </p:sp>
      <p:sp>
        <p:nvSpPr>
          <p:cNvPr id="3" name="Footer Placeholder 2">
            <a:extLst>
              <a:ext uri="{FF2B5EF4-FFF2-40B4-BE49-F238E27FC236}">
                <a16:creationId xmlns:a16="http://schemas.microsoft.com/office/drawing/2014/main" id="{636E7DA0-0DEA-0393-4D25-E18CDB0EAD1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4B28BAE-0760-AAA5-F3F7-B6E5A7A03ABB}"/>
              </a:ext>
            </a:extLst>
          </p:cNvPr>
          <p:cNvSpPr>
            <a:spLocks noGrp="1"/>
          </p:cNvSpPr>
          <p:nvPr>
            <p:ph type="sldNum" sz="quarter" idx="12"/>
          </p:nvPr>
        </p:nvSpPr>
        <p:spPr/>
        <p:txBody>
          <a:bodyPr/>
          <a:lstStyle/>
          <a:p>
            <a:fld id="{F898B58D-8A38-634B-8C02-72FA111CB2D4}" type="slidenum">
              <a:rPr lang="en-US" smtClean="0"/>
              <a:t>‹#›</a:t>
            </a:fld>
            <a:endParaRPr lang="en-US"/>
          </a:p>
        </p:txBody>
      </p:sp>
    </p:spTree>
    <p:extLst>
      <p:ext uri="{BB962C8B-B14F-4D97-AF65-F5344CB8AC3E}">
        <p14:creationId xmlns:p14="http://schemas.microsoft.com/office/powerpoint/2010/main" val="39701847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AF4815-2D83-F4A2-9EFA-848326A2EB9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22862FC-B4D3-B39F-4424-724BF7B1AF9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AF89A7B-FF02-D3B8-799F-D4C19ED2B57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03E7644-E981-1094-DD5D-74F569B3708E}"/>
              </a:ext>
            </a:extLst>
          </p:cNvPr>
          <p:cNvSpPr>
            <a:spLocks noGrp="1"/>
          </p:cNvSpPr>
          <p:nvPr>
            <p:ph type="dt" sz="half" idx="10"/>
          </p:nvPr>
        </p:nvSpPr>
        <p:spPr/>
        <p:txBody>
          <a:bodyPr/>
          <a:lstStyle/>
          <a:p>
            <a:fld id="{BBF141F5-2744-C74F-9B4D-ED03BBE08CF3}" type="datetimeFigureOut">
              <a:rPr lang="en-US" smtClean="0"/>
              <a:t>7/8/26</a:t>
            </a:fld>
            <a:endParaRPr lang="en-US"/>
          </a:p>
        </p:txBody>
      </p:sp>
      <p:sp>
        <p:nvSpPr>
          <p:cNvPr id="6" name="Footer Placeholder 5">
            <a:extLst>
              <a:ext uri="{FF2B5EF4-FFF2-40B4-BE49-F238E27FC236}">
                <a16:creationId xmlns:a16="http://schemas.microsoft.com/office/drawing/2014/main" id="{0C496A4E-A1F2-A6D1-4199-29EB5BA4C5A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2314217-B383-5B76-5741-69A65D153D59}"/>
              </a:ext>
            </a:extLst>
          </p:cNvPr>
          <p:cNvSpPr>
            <a:spLocks noGrp="1"/>
          </p:cNvSpPr>
          <p:nvPr>
            <p:ph type="sldNum" sz="quarter" idx="12"/>
          </p:nvPr>
        </p:nvSpPr>
        <p:spPr/>
        <p:txBody>
          <a:bodyPr/>
          <a:lstStyle/>
          <a:p>
            <a:fld id="{F898B58D-8A38-634B-8C02-72FA111CB2D4}" type="slidenum">
              <a:rPr lang="en-US" smtClean="0"/>
              <a:t>‹#›</a:t>
            </a:fld>
            <a:endParaRPr lang="en-US"/>
          </a:p>
        </p:txBody>
      </p:sp>
    </p:spTree>
    <p:extLst>
      <p:ext uri="{BB962C8B-B14F-4D97-AF65-F5344CB8AC3E}">
        <p14:creationId xmlns:p14="http://schemas.microsoft.com/office/powerpoint/2010/main" val="38729391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721AF9-6F4C-0690-A70D-539C4BB166C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A6610C7-3135-96A2-35A5-D94DE5C6D3A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D2546FB-3E10-C50A-AA40-7E5882CFF75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639964F-E248-7959-E408-684833BE9892}"/>
              </a:ext>
            </a:extLst>
          </p:cNvPr>
          <p:cNvSpPr>
            <a:spLocks noGrp="1"/>
          </p:cNvSpPr>
          <p:nvPr>
            <p:ph type="dt" sz="half" idx="10"/>
          </p:nvPr>
        </p:nvSpPr>
        <p:spPr/>
        <p:txBody>
          <a:bodyPr/>
          <a:lstStyle/>
          <a:p>
            <a:fld id="{BBF141F5-2744-C74F-9B4D-ED03BBE08CF3}" type="datetimeFigureOut">
              <a:rPr lang="en-US" smtClean="0"/>
              <a:t>7/8/26</a:t>
            </a:fld>
            <a:endParaRPr lang="en-US"/>
          </a:p>
        </p:txBody>
      </p:sp>
      <p:sp>
        <p:nvSpPr>
          <p:cNvPr id="6" name="Footer Placeholder 5">
            <a:extLst>
              <a:ext uri="{FF2B5EF4-FFF2-40B4-BE49-F238E27FC236}">
                <a16:creationId xmlns:a16="http://schemas.microsoft.com/office/drawing/2014/main" id="{59C3FFDC-D4A3-03DD-9E67-B43AA20C163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BF30D45-FE43-5EE3-3D9C-C70A40F10A1E}"/>
              </a:ext>
            </a:extLst>
          </p:cNvPr>
          <p:cNvSpPr>
            <a:spLocks noGrp="1"/>
          </p:cNvSpPr>
          <p:nvPr>
            <p:ph type="sldNum" sz="quarter" idx="12"/>
          </p:nvPr>
        </p:nvSpPr>
        <p:spPr/>
        <p:txBody>
          <a:bodyPr/>
          <a:lstStyle/>
          <a:p>
            <a:fld id="{F898B58D-8A38-634B-8C02-72FA111CB2D4}" type="slidenum">
              <a:rPr lang="en-US" smtClean="0"/>
              <a:t>‹#›</a:t>
            </a:fld>
            <a:endParaRPr lang="en-US"/>
          </a:p>
        </p:txBody>
      </p:sp>
    </p:spTree>
    <p:extLst>
      <p:ext uri="{BB962C8B-B14F-4D97-AF65-F5344CB8AC3E}">
        <p14:creationId xmlns:p14="http://schemas.microsoft.com/office/powerpoint/2010/main" val="35188738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3749BB-8EF4-0312-5AC0-70C630DCDB1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79F2CBA-3A8E-94FF-E16A-09A1F1F2698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94391D7-96CD-001B-85D1-70F63F540C6C}"/>
              </a:ext>
            </a:extLst>
          </p:cNvPr>
          <p:cNvSpPr>
            <a:spLocks noGrp="1"/>
          </p:cNvSpPr>
          <p:nvPr>
            <p:ph type="dt" sz="half" idx="10"/>
          </p:nvPr>
        </p:nvSpPr>
        <p:spPr/>
        <p:txBody>
          <a:bodyPr/>
          <a:lstStyle/>
          <a:p>
            <a:fld id="{BBF141F5-2744-C74F-9B4D-ED03BBE08CF3}" type="datetimeFigureOut">
              <a:rPr lang="en-US" smtClean="0"/>
              <a:t>7/8/26</a:t>
            </a:fld>
            <a:endParaRPr lang="en-US"/>
          </a:p>
        </p:txBody>
      </p:sp>
      <p:sp>
        <p:nvSpPr>
          <p:cNvPr id="5" name="Footer Placeholder 4">
            <a:extLst>
              <a:ext uri="{FF2B5EF4-FFF2-40B4-BE49-F238E27FC236}">
                <a16:creationId xmlns:a16="http://schemas.microsoft.com/office/drawing/2014/main" id="{9B333875-3EBA-AC3D-3359-E3EC026D2D9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EF230E9-C0F1-313A-C2BE-E6F3CA5CDFE0}"/>
              </a:ext>
            </a:extLst>
          </p:cNvPr>
          <p:cNvSpPr>
            <a:spLocks noGrp="1"/>
          </p:cNvSpPr>
          <p:nvPr>
            <p:ph type="sldNum" sz="quarter" idx="12"/>
          </p:nvPr>
        </p:nvSpPr>
        <p:spPr/>
        <p:txBody>
          <a:bodyPr/>
          <a:lstStyle/>
          <a:p>
            <a:fld id="{F898B58D-8A38-634B-8C02-72FA111CB2D4}" type="slidenum">
              <a:rPr lang="en-US" smtClean="0"/>
              <a:t>‹#›</a:t>
            </a:fld>
            <a:endParaRPr lang="en-US"/>
          </a:p>
        </p:txBody>
      </p:sp>
    </p:spTree>
    <p:extLst>
      <p:ext uri="{BB962C8B-B14F-4D97-AF65-F5344CB8AC3E}">
        <p14:creationId xmlns:p14="http://schemas.microsoft.com/office/powerpoint/2010/main" val="34532235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CE5D47B-62C3-9C53-078C-52EB1A8BF6D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45CB3FF-9A45-47F5-5A11-BC233297FA8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DD9E2AC-F8D2-5195-E15B-A52308EDC87B}"/>
              </a:ext>
            </a:extLst>
          </p:cNvPr>
          <p:cNvSpPr>
            <a:spLocks noGrp="1"/>
          </p:cNvSpPr>
          <p:nvPr>
            <p:ph type="dt" sz="half" idx="10"/>
          </p:nvPr>
        </p:nvSpPr>
        <p:spPr/>
        <p:txBody>
          <a:bodyPr/>
          <a:lstStyle/>
          <a:p>
            <a:fld id="{BBF141F5-2744-C74F-9B4D-ED03BBE08CF3}" type="datetimeFigureOut">
              <a:rPr lang="en-US" smtClean="0"/>
              <a:t>7/8/26</a:t>
            </a:fld>
            <a:endParaRPr lang="en-US"/>
          </a:p>
        </p:txBody>
      </p:sp>
      <p:sp>
        <p:nvSpPr>
          <p:cNvPr id="5" name="Footer Placeholder 4">
            <a:extLst>
              <a:ext uri="{FF2B5EF4-FFF2-40B4-BE49-F238E27FC236}">
                <a16:creationId xmlns:a16="http://schemas.microsoft.com/office/drawing/2014/main" id="{98C84BCD-DC07-A195-97F4-0735AF219C0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6FEADAC-08A3-1080-418B-F99545BCA85C}"/>
              </a:ext>
            </a:extLst>
          </p:cNvPr>
          <p:cNvSpPr>
            <a:spLocks noGrp="1"/>
          </p:cNvSpPr>
          <p:nvPr>
            <p:ph type="sldNum" sz="quarter" idx="12"/>
          </p:nvPr>
        </p:nvSpPr>
        <p:spPr/>
        <p:txBody>
          <a:bodyPr/>
          <a:lstStyle/>
          <a:p>
            <a:fld id="{F898B58D-8A38-634B-8C02-72FA111CB2D4}" type="slidenum">
              <a:rPr lang="en-US" smtClean="0"/>
              <a:t>‹#›</a:t>
            </a:fld>
            <a:endParaRPr lang="en-US"/>
          </a:p>
        </p:txBody>
      </p:sp>
    </p:spTree>
    <p:extLst>
      <p:ext uri="{BB962C8B-B14F-4D97-AF65-F5344CB8AC3E}">
        <p14:creationId xmlns:p14="http://schemas.microsoft.com/office/powerpoint/2010/main" val="36184891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Slide_White Background">
    <p:spTree>
      <p:nvGrpSpPr>
        <p:cNvPr id="1" name=""/>
        <p:cNvGrpSpPr/>
        <p:nvPr/>
      </p:nvGrpSpPr>
      <p:grpSpPr>
        <a:xfrm>
          <a:off x="0" y="0"/>
          <a:ext cx="0" cy="0"/>
          <a:chOff x="0" y="0"/>
          <a:chExt cx="0" cy="0"/>
        </a:xfrm>
      </p:grpSpPr>
      <p:sp>
        <p:nvSpPr>
          <p:cNvPr id="7" name="Freeform 2">
            <a:extLst>
              <a:ext uri="{FF2B5EF4-FFF2-40B4-BE49-F238E27FC236}">
                <a16:creationId xmlns:a16="http://schemas.microsoft.com/office/drawing/2014/main" id="{87B4765F-61A3-7776-15EA-BD59F99E0767}"/>
              </a:ext>
            </a:extLst>
          </p:cNvPr>
          <p:cNvSpPr/>
          <p:nvPr userDrawn="1"/>
        </p:nvSpPr>
        <p:spPr>
          <a:xfrm>
            <a:off x="197320" y="184788"/>
            <a:ext cx="3543501" cy="870431"/>
          </a:xfrm>
          <a:custGeom>
            <a:avLst/>
            <a:gdLst/>
            <a:ahLst/>
            <a:cxnLst/>
            <a:rect l="l" t="t" r="r" b="b"/>
            <a:pathLst>
              <a:path w="3195166" h="784865">
                <a:moveTo>
                  <a:pt x="0" y="0"/>
                </a:moveTo>
                <a:lnTo>
                  <a:pt x="3195166" y="0"/>
                </a:lnTo>
                <a:lnTo>
                  <a:pt x="3195166" y="784864"/>
                </a:lnTo>
                <a:lnTo>
                  <a:pt x="0" y="784864"/>
                </a:lnTo>
                <a:lnTo>
                  <a:pt x="0" y="0"/>
                </a:lnTo>
                <a:close/>
              </a:path>
            </a:pathLst>
          </a:custGeom>
          <a:blipFill>
            <a:blip r:embed="rId2"/>
            <a:stretch>
              <a:fillRect/>
            </a:stretch>
          </a:blipFill>
        </p:spPr>
        <p:txBody>
          <a:bodyPr/>
          <a:lstStyle/>
          <a:p>
            <a:endParaRPr lang="it-IT"/>
          </a:p>
        </p:txBody>
      </p:sp>
      <p:sp>
        <p:nvSpPr>
          <p:cNvPr id="15" name="Title 21">
            <a:extLst>
              <a:ext uri="{FF2B5EF4-FFF2-40B4-BE49-F238E27FC236}">
                <a16:creationId xmlns:a16="http://schemas.microsoft.com/office/drawing/2014/main" id="{3E33550E-2DD8-2C20-1258-ECE23DB63938}"/>
              </a:ext>
            </a:extLst>
          </p:cNvPr>
          <p:cNvSpPr>
            <a:spLocks noGrp="1"/>
          </p:cNvSpPr>
          <p:nvPr>
            <p:ph type="title" hasCustomPrompt="1"/>
          </p:nvPr>
        </p:nvSpPr>
        <p:spPr>
          <a:xfrm>
            <a:off x="2204830" y="1597249"/>
            <a:ext cx="8622679" cy="1545987"/>
          </a:xfrm>
        </p:spPr>
        <p:txBody>
          <a:bodyPr anchor="t">
            <a:noAutofit/>
          </a:bodyPr>
          <a:lstStyle>
            <a:lvl1pPr>
              <a:defRPr sz="6000" b="1">
                <a:latin typeface="Poppins" pitchFamily="2" charset="77"/>
                <a:cs typeface="Poppins" pitchFamily="2" charset="77"/>
              </a:defRPr>
            </a:lvl1pPr>
          </a:lstStyle>
          <a:p>
            <a:r>
              <a:rPr lang="en-GB"/>
              <a:t>CLICK TO EDIT MASTER TITLE STYLE</a:t>
            </a:r>
            <a:endParaRPr lang="it-IT"/>
          </a:p>
        </p:txBody>
      </p:sp>
      <p:sp>
        <p:nvSpPr>
          <p:cNvPr id="16" name="Text Placeholder 24">
            <a:extLst>
              <a:ext uri="{FF2B5EF4-FFF2-40B4-BE49-F238E27FC236}">
                <a16:creationId xmlns:a16="http://schemas.microsoft.com/office/drawing/2014/main" id="{9884DBB1-019E-F099-6B59-3F0EDBA02407}"/>
              </a:ext>
            </a:extLst>
          </p:cNvPr>
          <p:cNvSpPr>
            <a:spLocks noGrp="1"/>
          </p:cNvSpPr>
          <p:nvPr>
            <p:ph type="body" sz="quarter" idx="10"/>
          </p:nvPr>
        </p:nvSpPr>
        <p:spPr>
          <a:xfrm>
            <a:off x="2204830" y="3403688"/>
            <a:ext cx="8426450" cy="528638"/>
          </a:xfrm>
        </p:spPr>
        <p:txBody>
          <a:bodyPr/>
          <a:lstStyle>
            <a:lvl1pPr marL="0" indent="0">
              <a:lnSpc>
                <a:spcPct val="100000"/>
              </a:lnSpc>
              <a:buNone/>
              <a:defRPr>
                <a:solidFill>
                  <a:schemeClr val="bg2">
                    <a:lumMod val="10000"/>
                  </a:schemeClr>
                </a:solidFill>
                <a:latin typeface="Poppins" pitchFamily="2" charset="77"/>
                <a:cs typeface="Poppins" pitchFamily="2" charset="77"/>
              </a:defRPr>
            </a:lvl1pPr>
            <a:lvl2pPr marL="457200" indent="0">
              <a:buNone/>
              <a:defRPr>
                <a:solidFill>
                  <a:schemeClr val="bg2">
                    <a:lumMod val="10000"/>
                  </a:schemeClr>
                </a:solidFill>
                <a:latin typeface="Poppins" pitchFamily="2" charset="77"/>
                <a:cs typeface="Poppins" pitchFamily="2" charset="77"/>
              </a:defRPr>
            </a:lvl2pPr>
            <a:lvl3pPr marL="914400" indent="0">
              <a:buNone/>
              <a:defRPr>
                <a:solidFill>
                  <a:schemeClr val="bg2">
                    <a:lumMod val="10000"/>
                  </a:schemeClr>
                </a:solidFill>
                <a:latin typeface="Poppins" pitchFamily="2" charset="77"/>
                <a:cs typeface="Poppins" pitchFamily="2" charset="77"/>
              </a:defRPr>
            </a:lvl3pPr>
            <a:lvl4pPr marL="1371600" indent="0">
              <a:buNone/>
              <a:defRPr>
                <a:solidFill>
                  <a:schemeClr val="bg2">
                    <a:lumMod val="10000"/>
                  </a:schemeClr>
                </a:solidFill>
                <a:latin typeface="Poppins" pitchFamily="2" charset="77"/>
                <a:cs typeface="Poppins" pitchFamily="2" charset="77"/>
              </a:defRPr>
            </a:lvl4pPr>
            <a:lvl5pPr marL="1828800" indent="0">
              <a:buNone/>
              <a:defRPr>
                <a:solidFill>
                  <a:schemeClr val="bg2">
                    <a:lumMod val="10000"/>
                  </a:schemeClr>
                </a:solidFill>
                <a:latin typeface="Poppins" pitchFamily="2" charset="77"/>
                <a:cs typeface="Poppins" pitchFamily="2" charset="77"/>
              </a:defRPr>
            </a:lvl5pPr>
          </a:lstStyle>
          <a:p>
            <a:pPr lvl="0"/>
            <a:r>
              <a:rPr lang="en-GB"/>
              <a:t>Click to edit Master text styles</a:t>
            </a:r>
          </a:p>
        </p:txBody>
      </p:sp>
      <p:sp>
        <p:nvSpPr>
          <p:cNvPr id="17" name="Text Placeholder 26">
            <a:extLst>
              <a:ext uri="{FF2B5EF4-FFF2-40B4-BE49-F238E27FC236}">
                <a16:creationId xmlns:a16="http://schemas.microsoft.com/office/drawing/2014/main" id="{4971F33F-C0C0-8539-D343-67AEB18984D4}"/>
              </a:ext>
            </a:extLst>
          </p:cNvPr>
          <p:cNvSpPr>
            <a:spLocks noGrp="1"/>
          </p:cNvSpPr>
          <p:nvPr>
            <p:ph type="body" sz="quarter" idx="11" hasCustomPrompt="1"/>
          </p:nvPr>
        </p:nvSpPr>
        <p:spPr>
          <a:xfrm>
            <a:off x="3567113" y="5068089"/>
            <a:ext cx="3211512" cy="385323"/>
          </a:xfrm>
        </p:spPr>
        <p:txBody>
          <a:bodyPr>
            <a:normAutofit/>
          </a:bodyPr>
          <a:lstStyle>
            <a:lvl1pPr marL="0" indent="0">
              <a:lnSpc>
                <a:spcPct val="100000"/>
              </a:lnSpc>
              <a:buNone/>
              <a:defRPr sz="1800" b="1">
                <a:latin typeface="Poppins" pitchFamily="2" charset="77"/>
                <a:cs typeface="Poppins" pitchFamily="2" charset="77"/>
              </a:defRPr>
            </a:lvl1pPr>
            <a:lvl2pPr marL="457200" indent="0">
              <a:buNone/>
              <a:defRPr/>
            </a:lvl2pPr>
            <a:lvl3pPr marL="914400" indent="0">
              <a:buNone/>
              <a:defRPr/>
            </a:lvl3pPr>
            <a:lvl4pPr marL="1371600" indent="0">
              <a:buNone/>
              <a:defRPr/>
            </a:lvl4pPr>
            <a:lvl5pPr marL="1828800" indent="0">
              <a:buNone/>
              <a:defRPr/>
            </a:lvl5pPr>
          </a:lstStyle>
          <a:p>
            <a:pPr lvl="0"/>
            <a:r>
              <a:rPr lang="en-GB"/>
              <a:t>CLICK TO EDIT:</a:t>
            </a:r>
          </a:p>
        </p:txBody>
      </p:sp>
      <p:sp>
        <p:nvSpPr>
          <p:cNvPr id="18" name="Text Placeholder 26">
            <a:extLst>
              <a:ext uri="{FF2B5EF4-FFF2-40B4-BE49-F238E27FC236}">
                <a16:creationId xmlns:a16="http://schemas.microsoft.com/office/drawing/2014/main" id="{1D6D7C46-1BF3-03DA-DF08-4411AD05C65A}"/>
              </a:ext>
            </a:extLst>
          </p:cNvPr>
          <p:cNvSpPr>
            <a:spLocks noGrp="1"/>
          </p:cNvSpPr>
          <p:nvPr>
            <p:ph type="body" sz="quarter" idx="12" hasCustomPrompt="1"/>
          </p:nvPr>
        </p:nvSpPr>
        <p:spPr>
          <a:xfrm>
            <a:off x="3567113" y="5485532"/>
            <a:ext cx="3211512" cy="385323"/>
          </a:xfrm>
        </p:spPr>
        <p:txBody>
          <a:bodyPr>
            <a:normAutofit/>
          </a:bodyPr>
          <a:lstStyle>
            <a:lvl1pPr marL="0" indent="0">
              <a:lnSpc>
                <a:spcPct val="100000"/>
              </a:lnSpc>
              <a:buNone/>
              <a:defRPr sz="1600" b="0">
                <a:latin typeface="Poppins" pitchFamily="2" charset="77"/>
                <a:cs typeface="Poppins" pitchFamily="2" charset="77"/>
              </a:defRPr>
            </a:lvl1pPr>
            <a:lvl2pPr marL="457200" indent="0">
              <a:buNone/>
              <a:defRPr/>
            </a:lvl2pPr>
            <a:lvl3pPr marL="914400" indent="0">
              <a:buNone/>
              <a:defRPr/>
            </a:lvl3pPr>
            <a:lvl4pPr marL="1371600" indent="0">
              <a:buNone/>
              <a:defRPr/>
            </a:lvl4pPr>
            <a:lvl5pPr marL="1828800" indent="0">
              <a:buNone/>
              <a:defRPr/>
            </a:lvl5pPr>
          </a:lstStyle>
          <a:p>
            <a:pPr lvl="0"/>
            <a:r>
              <a:rPr lang="en-GB"/>
              <a:t>Click to edit:</a:t>
            </a:r>
          </a:p>
        </p:txBody>
      </p:sp>
      <p:sp>
        <p:nvSpPr>
          <p:cNvPr id="19" name="Text Placeholder 26">
            <a:extLst>
              <a:ext uri="{FF2B5EF4-FFF2-40B4-BE49-F238E27FC236}">
                <a16:creationId xmlns:a16="http://schemas.microsoft.com/office/drawing/2014/main" id="{F17E3211-667F-5E49-2329-2FFCD8164E13}"/>
              </a:ext>
            </a:extLst>
          </p:cNvPr>
          <p:cNvSpPr>
            <a:spLocks noGrp="1"/>
          </p:cNvSpPr>
          <p:nvPr>
            <p:ph type="body" sz="quarter" idx="13" hasCustomPrompt="1"/>
          </p:nvPr>
        </p:nvSpPr>
        <p:spPr>
          <a:xfrm>
            <a:off x="7503008" y="5068089"/>
            <a:ext cx="3211512" cy="385323"/>
          </a:xfrm>
        </p:spPr>
        <p:txBody>
          <a:bodyPr>
            <a:normAutofit/>
          </a:bodyPr>
          <a:lstStyle>
            <a:lvl1pPr marL="0" indent="0">
              <a:lnSpc>
                <a:spcPct val="100000"/>
              </a:lnSpc>
              <a:buNone/>
              <a:defRPr sz="1800" b="1">
                <a:latin typeface="Poppins" pitchFamily="2" charset="77"/>
                <a:cs typeface="Poppins" pitchFamily="2" charset="77"/>
              </a:defRPr>
            </a:lvl1pPr>
            <a:lvl2pPr marL="457200" indent="0">
              <a:buNone/>
              <a:defRPr/>
            </a:lvl2pPr>
            <a:lvl3pPr marL="914400" indent="0">
              <a:buNone/>
              <a:defRPr/>
            </a:lvl3pPr>
            <a:lvl4pPr marL="1371600" indent="0">
              <a:buNone/>
              <a:defRPr/>
            </a:lvl4pPr>
            <a:lvl5pPr marL="1828800" indent="0">
              <a:buNone/>
              <a:defRPr/>
            </a:lvl5pPr>
          </a:lstStyle>
          <a:p>
            <a:pPr lvl="0"/>
            <a:r>
              <a:rPr lang="en-GB"/>
              <a:t>CLICK TO EDIT:</a:t>
            </a:r>
          </a:p>
        </p:txBody>
      </p:sp>
      <p:sp>
        <p:nvSpPr>
          <p:cNvPr id="20" name="Text Placeholder 26">
            <a:extLst>
              <a:ext uri="{FF2B5EF4-FFF2-40B4-BE49-F238E27FC236}">
                <a16:creationId xmlns:a16="http://schemas.microsoft.com/office/drawing/2014/main" id="{44551422-9587-5E98-F7A1-F2F4FAC721DB}"/>
              </a:ext>
            </a:extLst>
          </p:cNvPr>
          <p:cNvSpPr>
            <a:spLocks noGrp="1"/>
          </p:cNvSpPr>
          <p:nvPr>
            <p:ph type="body" sz="quarter" idx="14" hasCustomPrompt="1"/>
          </p:nvPr>
        </p:nvSpPr>
        <p:spPr>
          <a:xfrm>
            <a:off x="7503008" y="5485532"/>
            <a:ext cx="3211512" cy="385323"/>
          </a:xfrm>
        </p:spPr>
        <p:txBody>
          <a:bodyPr>
            <a:normAutofit/>
          </a:bodyPr>
          <a:lstStyle>
            <a:lvl1pPr marL="0" indent="0">
              <a:lnSpc>
                <a:spcPct val="100000"/>
              </a:lnSpc>
              <a:buNone/>
              <a:defRPr sz="1600" b="0">
                <a:latin typeface="Poppins" pitchFamily="2" charset="77"/>
                <a:cs typeface="Poppins" pitchFamily="2" charset="77"/>
              </a:defRPr>
            </a:lvl1pPr>
            <a:lvl2pPr marL="457200" indent="0">
              <a:buNone/>
              <a:defRPr/>
            </a:lvl2pPr>
            <a:lvl3pPr marL="914400" indent="0">
              <a:buNone/>
              <a:defRPr/>
            </a:lvl3pPr>
            <a:lvl4pPr marL="1371600" indent="0">
              <a:buNone/>
              <a:defRPr/>
            </a:lvl4pPr>
            <a:lvl5pPr marL="1828800" indent="0">
              <a:buNone/>
              <a:defRPr/>
            </a:lvl5pPr>
          </a:lstStyle>
          <a:p>
            <a:pPr lvl="0"/>
            <a:r>
              <a:rPr lang="en-GB"/>
              <a:t>Click to edit:</a:t>
            </a:r>
          </a:p>
        </p:txBody>
      </p:sp>
      <p:sp>
        <p:nvSpPr>
          <p:cNvPr id="22" name="AutoShape 11">
            <a:extLst>
              <a:ext uri="{FF2B5EF4-FFF2-40B4-BE49-F238E27FC236}">
                <a16:creationId xmlns:a16="http://schemas.microsoft.com/office/drawing/2014/main" id="{C5612044-FC7C-F316-248E-5E22D7D52A42}"/>
              </a:ext>
            </a:extLst>
          </p:cNvPr>
          <p:cNvSpPr/>
          <p:nvPr userDrawn="1"/>
        </p:nvSpPr>
        <p:spPr>
          <a:xfrm flipH="1" flipV="1">
            <a:off x="273284" y="3349339"/>
            <a:ext cx="1931546" cy="1597424"/>
          </a:xfrm>
          <a:prstGeom prst="line">
            <a:avLst/>
          </a:prstGeom>
          <a:ln w="142875" cap="flat">
            <a:solidFill>
              <a:srgbClr val="0E145D"/>
            </a:solidFill>
            <a:prstDash val="solid"/>
            <a:headEnd type="none" w="sm" len="sm"/>
            <a:tailEnd type="none" w="sm" len="sm"/>
          </a:ln>
        </p:spPr>
        <p:txBody>
          <a:bodyPr/>
          <a:lstStyle/>
          <a:p>
            <a:endParaRPr lang="it-IT"/>
          </a:p>
        </p:txBody>
      </p:sp>
      <p:sp>
        <p:nvSpPr>
          <p:cNvPr id="23" name="AutoShape 12">
            <a:extLst>
              <a:ext uri="{FF2B5EF4-FFF2-40B4-BE49-F238E27FC236}">
                <a16:creationId xmlns:a16="http://schemas.microsoft.com/office/drawing/2014/main" id="{164DA4D7-36D1-826B-F814-6C2D7B433B2A}"/>
              </a:ext>
            </a:extLst>
          </p:cNvPr>
          <p:cNvSpPr/>
          <p:nvPr userDrawn="1"/>
        </p:nvSpPr>
        <p:spPr>
          <a:xfrm flipV="1">
            <a:off x="1428046" y="4993684"/>
            <a:ext cx="415156" cy="1514123"/>
          </a:xfrm>
          <a:prstGeom prst="line">
            <a:avLst/>
          </a:prstGeom>
          <a:ln w="142875" cap="flat">
            <a:solidFill>
              <a:srgbClr val="0E145D"/>
            </a:solidFill>
            <a:prstDash val="solid"/>
            <a:headEnd type="none" w="sm" len="sm"/>
            <a:tailEnd type="none" w="sm" len="sm"/>
          </a:ln>
        </p:spPr>
        <p:txBody>
          <a:bodyPr/>
          <a:lstStyle/>
          <a:p>
            <a:endParaRPr lang="it-IT"/>
          </a:p>
        </p:txBody>
      </p:sp>
      <p:sp>
        <p:nvSpPr>
          <p:cNvPr id="24" name="Freeform 6">
            <a:extLst>
              <a:ext uri="{FF2B5EF4-FFF2-40B4-BE49-F238E27FC236}">
                <a16:creationId xmlns:a16="http://schemas.microsoft.com/office/drawing/2014/main" id="{C43B0115-E079-9B44-08FE-ED983B88C579}"/>
              </a:ext>
            </a:extLst>
          </p:cNvPr>
          <p:cNvSpPr/>
          <p:nvPr userDrawn="1"/>
        </p:nvSpPr>
        <p:spPr>
          <a:xfrm>
            <a:off x="-1043880" y="1901286"/>
            <a:ext cx="2031040" cy="203104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chemeClr val="accent2"/>
          </a:solidFill>
        </p:spPr>
        <p:txBody>
          <a:bodyPr/>
          <a:lstStyle/>
          <a:p>
            <a:endParaRPr lang="it-IT"/>
          </a:p>
        </p:txBody>
      </p:sp>
      <p:sp>
        <p:nvSpPr>
          <p:cNvPr id="25" name="Freeform 6">
            <a:extLst>
              <a:ext uri="{FF2B5EF4-FFF2-40B4-BE49-F238E27FC236}">
                <a16:creationId xmlns:a16="http://schemas.microsoft.com/office/drawing/2014/main" id="{2A22C78D-342C-1590-2C8D-8C4D0FE154D2}"/>
              </a:ext>
            </a:extLst>
          </p:cNvPr>
          <p:cNvSpPr/>
          <p:nvPr userDrawn="1"/>
        </p:nvSpPr>
        <p:spPr>
          <a:xfrm>
            <a:off x="1371118" y="4193836"/>
            <a:ext cx="1096599" cy="1096599"/>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chemeClr val="accent5"/>
          </a:solidFill>
        </p:spPr>
        <p:txBody>
          <a:bodyPr/>
          <a:lstStyle/>
          <a:p>
            <a:endParaRPr lang="it-IT"/>
          </a:p>
        </p:txBody>
      </p:sp>
      <p:sp>
        <p:nvSpPr>
          <p:cNvPr id="26" name="Freeform 6">
            <a:extLst>
              <a:ext uri="{FF2B5EF4-FFF2-40B4-BE49-F238E27FC236}">
                <a16:creationId xmlns:a16="http://schemas.microsoft.com/office/drawing/2014/main" id="{F0287CF4-4920-7253-7660-419A4AEA4DDA}"/>
              </a:ext>
            </a:extLst>
          </p:cNvPr>
          <p:cNvSpPr/>
          <p:nvPr userDrawn="1"/>
        </p:nvSpPr>
        <p:spPr>
          <a:xfrm>
            <a:off x="504795" y="6007982"/>
            <a:ext cx="1700035" cy="1700035"/>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FB3F8"/>
          </a:solidFill>
        </p:spPr>
        <p:txBody>
          <a:bodyPr/>
          <a:lstStyle/>
          <a:p>
            <a:endParaRPr lang="it-IT"/>
          </a:p>
        </p:txBody>
      </p:sp>
      <p:sp>
        <p:nvSpPr>
          <p:cNvPr id="27" name="AutoShape 11">
            <a:extLst>
              <a:ext uri="{FF2B5EF4-FFF2-40B4-BE49-F238E27FC236}">
                <a16:creationId xmlns:a16="http://schemas.microsoft.com/office/drawing/2014/main" id="{31BEEC61-5BEF-94EF-0400-0B1E345AC8F4}"/>
              </a:ext>
            </a:extLst>
          </p:cNvPr>
          <p:cNvSpPr/>
          <p:nvPr userDrawn="1"/>
        </p:nvSpPr>
        <p:spPr>
          <a:xfrm flipH="1" flipV="1">
            <a:off x="10381111" y="210723"/>
            <a:ext cx="1931546" cy="1597424"/>
          </a:xfrm>
          <a:prstGeom prst="line">
            <a:avLst/>
          </a:prstGeom>
          <a:ln w="142875" cap="flat">
            <a:solidFill>
              <a:srgbClr val="0E145D"/>
            </a:solidFill>
            <a:prstDash val="solid"/>
            <a:headEnd type="none" w="sm" len="sm"/>
            <a:tailEnd type="none" w="sm" len="sm"/>
          </a:ln>
        </p:spPr>
        <p:txBody>
          <a:bodyPr/>
          <a:lstStyle/>
          <a:p>
            <a:endParaRPr lang="it-IT"/>
          </a:p>
        </p:txBody>
      </p:sp>
      <p:sp>
        <p:nvSpPr>
          <p:cNvPr id="28" name="Freeform 6">
            <a:extLst>
              <a:ext uri="{FF2B5EF4-FFF2-40B4-BE49-F238E27FC236}">
                <a16:creationId xmlns:a16="http://schemas.microsoft.com/office/drawing/2014/main" id="{01C6727C-4F83-029F-362A-99C2A101F962}"/>
              </a:ext>
            </a:extLst>
          </p:cNvPr>
          <p:cNvSpPr/>
          <p:nvPr userDrawn="1"/>
        </p:nvSpPr>
        <p:spPr>
          <a:xfrm>
            <a:off x="9410171" y="-775652"/>
            <a:ext cx="1551303" cy="1551303"/>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chemeClr val="accent1"/>
          </a:solidFill>
        </p:spPr>
        <p:txBody>
          <a:bodyPr/>
          <a:lstStyle/>
          <a:p>
            <a:endParaRPr lang="it-IT"/>
          </a:p>
        </p:txBody>
      </p:sp>
      <p:sp>
        <p:nvSpPr>
          <p:cNvPr id="29" name="Freeform 6">
            <a:extLst>
              <a:ext uri="{FF2B5EF4-FFF2-40B4-BE49-F238E27FC236}">
                <a16:creationId xmlns:a16="http://schemas.microsoft.com/office/drawing/2014/main" id="{0F3D7105-7117-230B-C823-7BF1AE0BD639}"/>
              </a:ext>
            </a:extLst>
          </p:cNvPr>
          <p:cNvSpPr/>
          <p:nvPr userDrawn="1"/>
        </p:nvSpPr>
        <p:spPr>
          <a:xfrm>
            <a:off x="11478945" y="1055220"/>
            <a:ext cx="1096599" cy="1096599"/>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chemeClr val="accent3"/>
          </a:solidFill>
        </p:spPr>
        <p:txBody>
          <a:bodyPr/>
          <a:lstStyle/>
          <a:p>
            <a:endParaRPr lang="it-IT"/>
          </a:p>
        </p:txBody>
      </p:sp>
      <p:grpSp>
        <p:nvGrpSpPr>
          <p:cNvPr id="39" name="Group 38">
            <a:extLst>
              <a:ext uri="{FF2B5EF4-FFF2-40B4-BE49-F238E27FC236}">
                <a16:creationId xmlns:a16="http://schemas.microsoft.com/office/drawing/2014/main" id="{994BBD10-3E58-AA25-6210-FDCCAE6B402A}"/>
              </a:ext>
            </a:extLst>
          </p:cNvPr>
          <p:cNvGrpSpPr/>
          <p:nvPr userDrawn="1"/>
        </p:nvGrpSpPr>
        <p:grpSpPr>
          <a:xfrm>
            <a:off x="2555190" y="5958082"/>
            <a:ext cx="9438030" cy="716282"/>
            <a:chOff x="2555190" y="5958082"/>
            <a:chExt cx="9438030" cy="716282"/>
          </a:xfrm>
        </p:grpSpPr>
        <p:sp>
          <p:nvSpPr>
            <p:cNvPr id="14" name="Freeform 9">
              <a:extLst>
                <a:ext uri="{FF2B5EF4-FFF2-40B4-BE49-F238E27FC236}">
                  <a16:creationId xmlns:a16="http://schemas.microsoft.com/office/drawing/2014/main" id="{5E5B9982-9A63-ED00-8E0D-17FB69760F48}"/>
                </a:ext>
              </a:extLst>
            </p:cNvPr>
            <p:cNvSpPr/>
            <p:nvPr userDrawn="1"/>
          </p:nvSpPr>
          <p:spPr>
            <a:xfrm>
              <a:off x="11313282" y="5958082"/>
              <a:ext cx="679938" cy="716282"/>
            </a:xfrm>
            <a:custGeom>
              <a:avLst/>
              <a:gdLst/>
              <a:ahLst/>
              <a:cxnLst/>
              <a:rect l="l" t="t" r="r" b="b"/>
              <a:pathLst>
                <a:path w="1163225" h="1225402">
                  <a:moveTo>
                    <a:pt x="0" y="0"/>
                  </a:moveTo>
                  <a:lnTo>
                    <a:pt x="1163225" y="0"/>
                  </a:lnTo>
                  <a:lnTo>
                    <a:pt x="1163225" y="1225402"/>
                  </a:lnTo>
                  <a:lnTo>
                    <a:pt x="0" y="1225402"/>
                  </a:lnTo>
                  <a:lnTo>
                    <a:pt x="0" y="0"/>
                  </a:lnTo>
                  <a:close/>
                </a:path>
              </a:pathLst>
            </a:custGeom>
            <a:blipFill>
              <a:blip r:embed="rId3"/>
              <a:stretch>
                <a:fillRect/>
              </a:stretch>
            </a:blipFill>
          </p:spPr>
          <p:txBody>
            <a:bodyPr/>
            <a:lstStyle/>
            <a:p>
              <a:endParaRPr lang="it-IT"/>
            </a:p>
          </p:txBody>
        </p:sp>
        <p:cxnSp>
          <p:nvCxnSpPr>
            <p:cNvPr id="33" name="Straight Connector 32">
              <a:extLst>
                <a:ext uri="{FF2B5EF4-FFF2-40B4-BE49-F238E27FC236}">
                  <a16:creationId xmlns:a16="http://schemas.microsoft.com/office/drawing/2014/main" id="{4CAE3106-6301-C398-8C93-95CFFE49AEBB}"/>
                </a:ext>
              </a:extLst>
            </p:cNvPr>
            <p:cNvCxnSpPr>
              <a:cxnSpLocks/>
            </p:cNvCxnSpPr>
            <p:nvPr userDrawn="1"/>
          </p:nvCxnSpPr>
          <p:spPr>
            <a:xfrm>
              <a:off x="11224439" y="6007982"/>
              <a:ext cx="0" cy="639295"/>
            </a:xfrm>
            <a:prstGeom prst="line">
              <a:avLst/>
            </a:prstGeom>
            <a:ln w="12700">
              <a:solidFill>
                <a:srgbClr val="0D145C"/>
              </a:solidFill>
            </a:ln>
          </p:spPr>
          <p:style>
            <a:lnRef idx="2">
              <a:schemeClr val="accent1"/>
            </a:lnRef>
            <a:fillRef idx="0">
              <a:schemeClr val="accent1"/>
            </a:fillRef>
            <a:effectRef idx="1">
              <a:schemeClr val="accent1"/>
            </a:effectRef>
            <a:fontRef idx="minor">
              <a:schemeClr val="tx1"/>
            </a:fontRef>
          </p:style>
        </p:cxnSp>
        <p:sp>
          <p:nvSpPr>
            <p:cNvPr id="38" name="TextBox 37">
              <a:extLst>
                <a:ext uri="{FF2B5EF4-FFF2-40B4-BE49-F238E27FC236}">
                  <a16:creationId xmlns:a16="http://schemas.microsoft.com/office/drawing/2014/main" id="{C7F56BDD-45E3-FCCE-1F1F-26FB7FB3495C}"/>
                </a:ext>
              </a:extLst>
            </p:cNvPr>
            <p:cNvSpPr txBox="1"/>
            <p:nvPr userDrawn="1"/>
          </p:nvSpPr>
          <p:spPr>
            <a:xfrm>
              <a:off x="2555190" y="6131557"/>
              <a:ext cx="8624828" cy="369332"/>
            </a:xfrm>
            <a:prstGeom prst="rect">
              <a:avLst/>
            </a:prstGeom>
            <a:noFill/>
          </p:spPr>
          <p:txBody>
            <a:bodyPr wrap="square" rtlCol="0" anchor="ctr">
              <a:spAutoFit/>
            </a:bodyPr>
            <a:lstStyle/>
            <a:p>
              <a:pPr algn="r"/>
              <a:r>
                <a:rPr lang="en-GB" sz="900">
                  <a:effectLst/>
                  <a:latin typeface="Helvetica Neue" panose="02000503000000020004" pitchFamily="2" charset="0"/>
                </a:rPr>
                <a:t>Co-funded by the European Union. Views and opinions expressed are however those of the author(s) only and do not necessarily reflect those of the European Union or the European Education and Culture Executive Agency (EACEA). Neither the European Union nor EACEA can be held responsible for them.</a:t>
              </a:r>
            </a:p>
          </p:txBody>
        </p:sp>
      </p:grpSp>
    </p:spTree>
    <p:extLst>
      <p:ext uri="{BB962C8B-B14F-4D97-AF65-F5344CB8AC3E}">
        <p14:creationId xmlns:p14="http://schemas.microsoft.com/office/powerpoint/2010/main" val="218107705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Content_White Background">
    <p:spTree>
      <p:nvGrpSpPr>
        <p:cNvPr id="1" name=""/>
        <p:cNvGrpSpPr/>
        <p:nvPr/>
      </p:nvGrpSpPr>
      <p:grpSpPr>
        <a:xfrm>
          <a:off x="0" y="0"/>
          <a:ext cx="0" cy="0"/>
          <a:chOff x="0" y="0"/>
          <a:chExt cx="0" cy="0"/>
        </a:xfrm>
      </p:grpSpPr>
      <p:sp>
        <p:nvSpPr>
          <p:cNvPr id="10" name="Title 35">
            <a:extLst>
              <a:ext uri="{FF2B5EF4-FFF2-40B4-BE49-F238E27FC236}">
                <a16:creationId xmlns:a16="http://schemas.microsoft.com/office/drawing/2014/main" id="{2C787A33-5453-2F04-AD8F-CAC63AABF0F7}"/>
              </a:ext>
            </a:extLst>
          </p:cNvPr>
          <p:cNvSpPr>
            <a:spLocks noGrp="1"/>
          </p:cNvSpPr>
          <p:nvPr>
            <p:ph type="title" hasCustomPrompt="1"/>
          </p:nvPr>
        </p:nvSpPr>
        <p:spPr>
          <a:xfrm>
            <a:off x="838200" y="845208"/>
            <a:ext cx="9353724" cy="684222"/>
          </a:xfrm>
        </p:spPr>
        <p:txBody>
          <a:bodyPr anchor="t">
            <a:normAutofit/>
          </a:bodyPr>
          <a:lstStyle>
            <a:lvl1pPr>
              <a:lnSpc>
                <a:spcPct val="100000"/>
              </a:lnSpc>
              <a:defRPr sz="4000" b="1">
                <a:latin typeface="Poppins" pitchFamily="2" charset="77"/>
                <a:cs typeface="Poppins" pitchFamily="2" charset="77"/>
              </a:defRPr>
            </a:lvl1pPr>
          </a:lstStyle>
          <a:p>
            <a:r>
              <a:rPr lang="en-GB"/>
              <a:t>Click to edit text </a:t>
            </a:r>
            <a:endParaRPr lang="it-IT"/>
          </a:p>
        </p:txBody>
      </p:sp>
      <p:sp>
        <p:nvSpPr>
          <p:cNvPr id="12" name="Freeform 2">
            <a:extLst>
              <a:ext uri="{FF2B5EF4-FFF2-40B4-BE49-F238E27FC236}">
                <a16:creationId xmlns:a16="http://schemas.microsoft.com/office/drawing/2014/main" id="{6F62DED2-A54E-3850-78DE-73955A51F7D4}"/>
              </a:ext>
            </a:extLst>
          </p:cNvPr>
          <p:cNvSpPr/>
          <p:nvPr userDrawn="1"/>
        </p:nvSpPr>
        <p:spPr>
          <a:xfrm>
            <a:off x="197320" y="184789"/>
            <a:ext cx="2007511" cy="493128"/>
          </a:xfrm>
          <a:custGeom>
            <a:avLst/>
            <a:gdLst/>
            <a:ahLst/>
            <a:cxnLst/>
            <a:rect l="l" t="t" r="r" b="b"/>
            <a:pathLst>
              <a:path w="3195166" h="784865">
                <a:moveTo>
                  <a:pt x="0" y="0"/>
                </a:moveTo>
                <a:lnTo>
                  <a:pt x="3195166" y="0"/>
                </a:lnTo>
                <a:lnTo>
                  <a:pt x="3195166" y="784864"/>
                </a:lnTo>
                <a:lnTo>
                  <a:pt x="0" y="784864"/>
                </a:lnTo>
                <a:lnTo>
                  <a:pt x="0" y="0"/>
                </a:lnTo>
                <a:close/>
              </a:path>
            </a:pathLst>
          </a:custGeom>
          <a:blipFill>
            <a:blip r:embed="rId2"/>
            <a:stretch>
              <a:fillRect/>
            </a:stretch>
          </a:blipFill>
        </p:spPr>
        <p:txBody>
          <a:bodyPr/>
          <a:lstStyle/>
          <a:p>
            <a:endParaRPr lang="it-IT"/>
          </a:p>
        </p:txBody>
      </p:sp>
      <p:grpSp>
        <p:nvGrpSpPr>
          <p:cNvPr id="13" name="Group 5">
            <a:extLst>
              <a:ext uri="{FF2B5EF4-FFF2-40B4-BE49-F238E27FC236}">
                <a16:creationId xmlns:a16="http://schemas.microsoft.com/office/drawing/2014/main" id="{0FED4FF1-683B-C147-5DA7-504A6E9462CD}"/>
              </a:ext>
            </a:extLst>
          </p:cNvPr>
          <p:cNvGrpSpPr/>
          <p:nvPr userDrawn="1"/>
        </p:nvGrpSpPr>
        <p:grpSpPr>
          <a:xfrm rot="15211496" flipH="1">
            <a:off x="11734831" y="1733973"/>
            <a:ext cx="1096599" cy="1096599"/>
            <a:chOff x="0" y="0"/>
            <a:chExt cx="812800" cy="812800"/>
          </a:xfrm>
        </p:grpSpPr>
        <p:sp>
          <p:nvSpPr>
            <p:cNvPr id="14" name="Freeform 6">
              <a:extLst>
                <a:ext uri="{FF2B5EF4-FFF2-40B4-BE49-F238E27FC236}">
                  <a16:creationId xmlns:a16="http://schemas.microsoft.com/office/drawing/2014/main" id="{10ADAF77-D02F-8FD7-50BC-488DD151F3A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chemeClr val="accent3"/>
            </a:solidFill>
          </p:spPr>
          <p:txBody>
            <a:bodyPr/>
            <a:lstStyle/>
            <a:p>
              <a:endParaRPr lang="it-IT"/>
            </a:p>
          </p:txBody>
        </p:sp>
        <p:sp>
          <p:nvSpPr>
            <p:cNvPr id="15" name="TextBox 7">
              <a:extLst>
                <a:ext uri="{FF2B5EF4-FFF2-40B4-BE49-F238E27FC236}">
                  <a16:creationId xmlns:a16="http://schemas.microsoft.com/office/drawing/2014/main" id="{D3C64097-B5DD-315B-5C1C-7A2AB9A98571}"/>
                </a:ext>
              </a:extLst>
            </p:cNvPr>
            <p:cNvSpPr txBox="1"/>
            <p:nvPr/>
          </p:nvSpPr>
          <p:spPr>
            <a:xfrm>
              <a:off x="76200" y="19050"/>
              <a:ext cx="660400" cy="717550"/>
            </a:xfrm>
            <a:prstGeom prst="rect">
              <a:avLst/>
            </a:prstGeom>
          </p:spPr>
          <p:txBody>
            <a:bodyPr lIns="18437" tIns="18437" rIns="18437" bIns="18437" rtlCol="0" anchor="ctr"/>
            <a:lstStyle/>
            <a:p>
              <a:pPr algn="ctr">
                <a:lnSpc>
                  <a:spcPts val="2947"/>
                </a:lnSpc>
              </a:pPr>
              <a:endParaRPr/>
            </a:p>
          </p:txBody>
        </p:sp>
      </p:grpSp>
      <p:grpSp>
        <p:nvGrpSpPr>
          <p:cNvPr id="16" name="Group 8">
            <a:extLst>
              <a:ext uri="{FF2B5EF4-FFF2-40B4-BE49-F238E27FC236}">
                <a16:creationId xmlns:a16="http://schemas.microsoft.com/office/drawing/2014/main" id="{CF6130B4-1DA3-3BB6-3612-042B5615E244}"/>
              </a:ext>
            </a:extLst>
          </p:cNvPr>
          <p:cNvGrpSpPr/>
          <p:nvPr userDrawn="1"/>
        </p:nvGrpSpPr>
        <p:grpSpPr>
          <a:xfrm rot="15211496" flipH="1">
            <a:off x="9010036" y="-600189"/>
            <a:ext cx="1176262" cy="1176262"/>
            <a:chOff x="0" y="0"/>
            <a:chExt cx="812800" cy="812800"/>
          </a:xfrm>
        </p:grpSpPr>
        <p:sp>
          <p:nvSpPr>
            <p:cNvPr id="17" name="Freeform 9">
              <a:extLst>
                <a:ext uri="{FF2B5EF4-FFF2-40B4-BE49-F238E27FC236}">
                  <a16:creationId xmlns:a16="http://schemas.microsoft.com/office/drawing/2014/main" id="{C081B9AE-0F08-D37E-9E84-D8A4BEEB026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chemeClr val="accent2"/>
            </a:solidFill>
          </p:spPr>
          <p:txBody>
            <a:bodyPr/>
            <a:lstStyle/>
            <a:p>
              <a:endParaRPr lang="it-IT"/>
            </a:p>
          </p:txBody>
        </p:sp>
        <p:sp>
          <p:nvSpPr>
            <p:cNvPr id="18" name="TextBox 10">
              <a:extLst>
                <a:ext uri="{FF2B5EF4-FFF2-40B4-BE49-F238E27FC236}">
                  <a16:creationId xmlns:a16="http://schemas.microsoft.com/office/drawing/2014/main" id="{112B0AFB-9D45-7968-2D40-6757DB17386D}"/>
                </a:ext>
              </a:extLst>
            </p:cNvPr>
            <p:cNvSpPr txBox="1"/>
            <p:nvPr/>
          </p:nvSpPr>
          <p:spPr>
            <a:xfrm>
              <a:off x="76200" y="19050"/>
              <a:ext cx="660400" cy="717550"/>
            </a:xfrm>
            <a:prstGeom prst="rect">
              <a:avLst/>
            </a:prstGeom>
          </p:spPr>
          <p:txBody>
            <a:bodyPr lIns="18437" tIns="18437" rIns="18437" bIns="18437" rtlCol="0" anchor="ctr"/>
            <a:lstStyle/>
            <a:p>
              <a:pPr algn="ctr">
                <a:lnSpc>
                  <a:spcPts val="2947"/>
                </a:lnSpc>
              </a:pPr>
              <a:endParaRPr/>
            </a:p>
          </p:txBody>
        </p:sp>
      </p:grpSp>
      <p:sp>
        <p:nvSpPr>
          <p:cNvPr id="19" name="AutoShape 11">
            <a:extLst>
              <a:ext uri="{FF2B5EF4-FFF2-40B4-BE49-F238E27FC236}">
                <a16:creationId xmlns:a16="http://schemas.microsoft.com/office/drawing/2014/main" id="{8FAF0E7E-7707-DEA0-F488-0F5453BE4385}"/>
              </a:ext>
            </a:extLst>
          </p:cNvPr>
          <p:cNvSpPr/>
          <p:nvPr userDrawn="1"/>
        </p:nvSpPr>
        <p:spPr>
          <a:xfrm rot="15211496" flipV="1">
            <a:off x="9951543" y="495613"/>
            <a:ext cx="2008496" cy="1304866"/>
          </a:xfrm>
          <a:prstGeom prst="line">
            <a:avLst/>
          </a:prstGeom>
          <a:ln w="142875" cap="flat">
            <a:solidFill>
              <a:srgbClr val="0E145D"/>
            </a:solidFill>
            <a:prstDash val="solid"/>
            <a:headEnd type="none" w="sm" len="sm"/>
            <a:tailEnd type="none" w="sm" len="sm"/>
          </a:ln>
        </p:spPr>
        <p:txBody>
          <a:bodyPr/>
          <a:lstStyle/>
          <a:p>
            <a:endParaRPr lang="it-IT"/>
          </a:p>
        </p:txBody>
      </p:sp>
      <p:grpSp>
        <p:nvGrpSpPr>
          <p:cNvPr id="20" name="Group 19">
            <a:extLst>
              <a:ext uri="{FF2B5EF4-FFF2-40B4-BE49-F238E27FC236}">
                <a16:creationId xmlns:a16="http://schemas.microsoft.com/office/drawing/2014/main" id="{9796B611-F0DF-664F-65C5-1313479DD06B}"/>
              </a:ext>
            </a:extLst>
          </p:cNvPr>
          <p:cNvGrpSpPr/>
          <p:nvPr userDrawn="1"/>
        </p:nvGrpSpPr>
        <p:grpSpPr>
          <a:xfrm>
            <a:off x="2555190" y="5958082"/>
            <a:ext cx="9438030" cy="716282"/>
            <a:chOff x="2555190" y="5958082"/>
            <a:chExt cx="9438030" cy="716282"/>
          </a:xfrm>
        </p:grpSpPr>
        <p:sp>
          <p:nvSpPr>
            <p:cNvPr id="33" name="Freeform 9">
              <a:extLst>
                <a:ext uri="{FF2B5EF4-FFF2-40B4-BE49-F238E27FC236}">
                  <a16:creationId xmlns:a16="http://schemas.microsoft.com/office/drawing/2014/main" id="{949527C9-872C-55C2-B4A2-681ECD0F27FC}"/>
                </a:ext>
              </a:extLst>
            </p:cNvPr>
            <p:cNvSpPr/>
            <p:nvPr userDrawn="1"/>
          </p:nvSpPr>
          <p:spPr>
            <a:xfrm>
              <a:off x="11313282" y="5958082"/>
              <a:ext cx="679938" cy="716282"/>
            </a:xfrm>
            <a:custGeom>
              <a:avLst/>
              <a:gdLst/>
              <a:ahLst/>
              <a:cxnLst/>
              <a:rect l="l" t="t" r="r" b="b"/>
              <a:pathLst>
                <a:path w="1163225" h="1225402">
                  <a:moveTo>
                    <a:pt x="0" y="0"/>
                  </a:moveTo>
                  <a:lnTo>
                    <a:pt x="1163225" y="0"/>
                  </a:lnTo>
                  <a:lnTo>
                    <a:pt x="1163225" y="1225402"/>
                  </a:lnTo>
                  <a:lnTo>
                    <a:pt x="0" y="1225402"/>
                  </a:lnTo>
                  <a:lnTo>
                    <a:pt x="0" y="0"/>
                  </a:lnTo>
                  <a:close/>
                </a:path>
              </a:pathLst>
            </a:custGeom>
            <a:blipFill>
              <a:blip r:embed="rId3"/>
              <a:stretch>
                <a:fillRect/>
              </a:stretch>
            </a:blipFill>
          </p:spPr>
          <p:txBody>
            <a:bodyPr/>
            <a:lstStyle/>
            <a:p>
              <a:endParaRPr lang="it-IT"/>
            </a:p>
          </p:txBody>
        </p:sp>
        <p:cxnSp>
          <p:nvCxnSpPr>
            <p:cNvPr id="34" name="Straight Connector 33">
              <a:extLst>
                <a:ext uri="{FF2B5EF4-FFF2-40B4-BE49-F238E27FC236}">
                  <a16:creationId xmlns:a16="http://schemas.microsoft.com/office/drawing/2014/main" id="{8BC94B08-695E-632C-4990-3D1B3FA87656}"/>
                </a:ext>
              </a:extLst>
            </p:cNvPr>
            <p:cNvCxnSpPr>
              <a:cxnSpLocks/>
            </p:cNvCxnSpPr>
            <p:nvPr userDrawn="1"/>
          </p:nvCxnSpPr>
          <p:spPr>
            <a:xfrm>
              <a:off x="11224439" y="6007982"/>
              <a:ext cx="0" cy="639295"/>
            </a:xfrm>
            <a:prstGeom prst="line">
              <a:avLst/>
            </a:prstGeom>
            <a:ln w="12700">
              <a:solidFill>
                <a:srgbClr val="0D145C"/>
              </a:solidFill>
            </a:ln>
          </p:spPr>
          <p:style>
            <a:lnRef idx="2">
              <a:schemeClr val="accent1"/>
            </a:lnRef>
            <a:fillRef idx="0">
              <a:schemeClr val="accent1"/>
            </a:fillRef>
            <a:effectRef idx="1">
              <a:schemeClr val="accent1"/>
            </a:effectRef>
            <a:fontRef idx="minor">
              <a:schemeClr val="tx1"/>
            </a:fontRef>
          </p:style>
        </p:cxnSp>
        <p:sp>
          <p:nvSpPr>
            <p:cNvPr id="35" name="TextBox 34">
              <a:extLst>
                <a:ext uri="{FF2B5EF4-FFF2-40B4-BE49-F238E27FC236}">
                  <a16:creationId xmlns:a16="http://schemas.microsoft.com/office/drawing/2014/main" id="{7B5EC3BA-A3F6-20A8-586B-AB959AECA4D9}"/>
                </a:ext>
              </a:extLst>
            </p:cNvPr>
            <p:cNvSpPr txBox="1"/>
            <p:nvPr userDrawn="1"/>
          </p:nvSpPr>
          <p:spPr>
            <a:xfrm>
              <a:off x="2555190" y="6131557"/>
              <a:ext cx="8624828" cy="369332"/>
            </a:xfrm>
            <a:prstGeom prst="rect">
              <a:avLst/>
            </a:prstGeom>
            <a:noFill/>
          </p:spPr>
          <p:txBody>
            <a:bodyPr wrap="square" rtlCol="0" anchor="ctr">
              <a:spAutoFit/>
            </a:bodyPr>
            <a:lstStyle/>
            <a:p>
              <a:pPr algn="r"/>
              <a:r>
                <a:rPr lang="en-GB" sz="900">
                  <a:effectLst/>
                  <a:latin typeface="Helvetica Neue" panose="02000503000000020004" pitchFamily="2" charset="0"/>
                </a:rPr>
                <a:t>Co-funded by the European Union. Views and opinions expressed are however those of the author(s) only and do not necessarily reflect those of the European Union or the European Education and Culture Executive Agency (EACEA). Neither the European Union nor EACEA can be held responsible for them.</a:t>
              </a:r>
            </a:p>
          </p:txBody>
        </p:sp>
      </p:grpSp>
      <p:sp>
        <p:nvSpPr>
          <p:cNvPr id="38" name="Text Placeholder 24">
            <a:extLst>
              <a:ext uri="{FF2B5EF4-FFF2-40B4-BE49-F238E27FC236}">
                <a16:creationId xmlns:a16="http://schemas.microsoft.com/office/drawing/2014/main" id="{B425ACDF-1D0A-1F8B-11BF-B580E6322330}"/>
              </a:ext>
            </a:extLst>
          </p:cNvPr>
          <p:cNvSpPr>
            <a:spLocks noGrp="1"/>
          </p:cNvSpPr>
          <p:nvPr>
            <p:ph type="body" sz="quarter" idx="10" hasCustomPrompt="1"/>
          </p:nvPr>
        </p:nvSpPr>
        <p:spPr>
          <a:xfrm>
            <a:off x="840639" y="1542130"/>
            <a:ext cx="8426450" cy="528638"/>
          </a:xfrm>
        </p:spPr>
        <p:txBody>
          <a:bodyPr>
            <a:normAutofit/>
          </a:bodyPr>
          <a:lstStyle>
            <a:lvl1pPr marL="0" indent="0">
              <a:lnSpc>
                <a:spcPct val="100000"/>
              </a:lnSpc>
              <a:buNone/>
              <a:defRPr sz="2400">
                <a:solidFill>
                  <a:schemeClr val="bg2">
                    <a:lumMod val="10000"/>
                  </a:schemeClr>
                </a:solidFill>
                <a:latin typeface="Poppins" pitchFamily="2" charset="77"/>
                <a:cs typeface="Poppins" pitchFamily="2" charset="77"/>
              </a:defRPr>
            </a:lvl1pPr>
            <a:lvl2pPr marL="457200" indent="0">
              <a:buNone/>
              <a:defRPr>
                <a:solidFill>
                  <a:schemeClr val="bg2">
                    <a:lumMod val="10000"/>
                  </a:schemeClr>
                </a:solidFill>
                <a:latin typeface="Poppins" pitchFamily="2" charset="77"/>
                <a:cs typeface="Poppins" pitchFamily="2" charset="77"/>
              </a:defRPr>
            </a:lvl2pPr>
            <a:lvl3pPr marL="914400" indent="0">
              <a:buNone/>
              <a:defRPr>
                <a:solidFill>
                  <a:schemeClr val="bg2">
                    <a:lumMod val="10000"/>
                  </a:schemeClr>
                </a:solidFill>
                <a:latin typeface="Poppins" pitchFamily="2" charset="77"/>
                <a:cs typeface="Poppins" pitchFamily="2" charset="77"/>
              </a:defRPr>
            </a:lvl3pPr>
            <a:lvl4pPr marL="1371600" indent="0">
              <a:buNone/>
              <a:defRPr>
                <a:solidFill>
                  <a:schemeClr val="bg2">
                    <a:lumMod val="10000"/>
                  </a:schemeClr>
                </a:solidFill>
                <a:latin typeface="Poppins" pitchFamily="2" charset="77"/>
                <a:cs typeface="Poppins" pitchFamily="2" charset="77"/>
              </a:defRPr>
            </a:lvl4pPr>
            <a:lvl5pPr marL="1828800" indent="0">
              <a:buNone/>
              <a:defRPr>
                <a:solidFill>
                  <a:schemeClr val="bg2">
                    <a:lumMod val="10000"/>
                  </a:schemeClr>
                </a:solidFill>
                <a:latin typeface="Poppins" pitchFamily="2" charset="77"/>
                <a:cs typeface="Poppins" pitchFamily="2" charset="77"/>
              </a:defRPr>
            </a:lvl5pPr>
          </a:lstStyle>
          <a:p>
            <a:pPr lvl="0"/>
            <a:r>
              <a:rPr lang="en-GB"/>
              <a:t>Click to edit text</a:t>
            </a:r>
          </a:p>
        </p:txBody>
      </p:sp>
      <p:sp>
        <p:nvSpPr>
          <p:cNvPr id="39" name="Text Placeholder 24">
            <a:extLst>
              <a:ext uri="{FF2B5EF4-FFF2-40B4-BE49-F238E27FC236}">
                <a16:creationId xmlns:a16="http://schemas.microsoft.com/office/drawing/2014/main" id="{1776ACBD-7EF4-37FB-331C-4287F256DC4E}"/>
              </a:ext>
            </a:extLst>
          </p:cNvPr>
          <p:cNvSpPr>
            <a:spLocks noGrp="1"/>
          </p:cNvSpPr>
          <p:nvPr>
            <p:ph type="body" sz="quarter" idx="11" hasCustomPrompt="1"/>
          </p:nvPr>
        </p:nvSpPr>
        <p:spPr>
          <a:xfrm>
            <a:off x="840638" y="2342230"/>
            <a:ext cx="10383795" cy="3440428"/>
          </a:xfrm>
        </p:spPr>
        <p:txBody>
          <a:bodyPr>
            <a:normAutofit/>
          </a:bodyPr>
          <a:lstStyle>
            <a:lvl1pPr marL="0" indent="0">
              <a:lnSpc>
                <a:spcPct val="100000"/>
              </a:lnSpc>
              <a:buNone/>
              <a:defRPr sz="1400">
                <a:solidFill>
                  <a:schemeClr val="bg2">
                    <a:lumMod val="10000"/>
                  </a:schemeClr>
                </a:solidFill>
                <a:latin typeface="Poppins" pitchFamily="2" charset="77"/>
                <a:cs typeface="Poppins" pitchFamily="2" charset="77"/>
              </a:defRPr>
            </a:lvl1pPr>
            <a:lvl2pPr marL="457200" indent="0">
              <a:buNone/>
              <a:defRPr>
                <a:solidFill>
                  <a:schemeClr val="bg2">
                    <a:lumMod val="10000"/>
                  </a:schemeClr>
                </a:solidFill>
                <a:latin typeface="Poppins" pitchFamily="2" charset="77"/>
                <a:cs typeface="Poppins" pitchFamily="2" charset="77"/>
              </a:defRPr>
            </a:lvl2pPr>
            <a:lvl3pPr marL="914400" indent="0">
              <a:buNone/>
              <a:defRPr>
                <a:solidFill>
                  <a:schemeClr val="bg2">
                    <a:lumMod val="10000"/>
                  </a:schemeClr>
                </a:solidFill>
                <a:latin typeface="Poppins" pitchFamily="2" charset="77"/>
                <a:cs typeface="Poppins" pitchFamily="2" charset="77"/>
              </a:defRPr>
            </a:lvl3pPr>
            <a:lvl4pPr marL="1371600" indent="0">
              <a:buNone/>
              <a:defRPr>
                <a:solidFill>
                  <a:schemeClr val="bg2">
                    <a:lumMod val="10000"/>
                  </a:schemeClr>
                </a:solidFill>
                <a:latin typeface="Poppins" pitchFamily="2" charset="77"/>
                <a:cs typeface="Poppins" pitchFamily="2" charset="77"/>
              </a:defRPr>
            </a:lvl4pPr>
            <a:lvl5pPr marL="1828800" indent="0">
              <a:buNone/>
              <a:defRPr>
                <a:solidFill>
                  <a:schemeClr val="bg2">
                    <a:lumMod val="10000"/>
                  </a:schemeClr>
                </a:solidFill>
                <a:latin typeface="Poppins" pitchFamily="2" charset="77"/>
                <a:cs typeface="Poppins" pitchFamily="2" charset="77"/>
              </a:defRPr>
            </a:lvl5pPr>
          </a:lstStyle>
          <a:p>
            <a:pPr lvl="0"/>
            <a:r>
              <a:rPr lang="en-GB"/>
              <a:t>Click to edit text</a:t>
            </a:r>
          </a:p>
        </p:txBody>
      </p:sp>
    </p:spTree>
    <p:extLst>
      <p:ext uri="{BB962C8B-B14F-4D97-AF65-F5344CB8AC3E}">
        <p14:creationId xmlns:p14="http://schemas.microsoft.com/office/powerpoint/2010/main" val="404559586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Slide_White Background">
    <p:spTree>
      <p:nvGrpSpPr>
        <p:cNvPr id="1" name=""/>
        <p:cNvGrpSpPr/>
        <p:nvPr/>
      </p:nvGrpSpPr>
      <p:grpSpPr>
        <a:xfrm>
          <a:off x="0" y="0"/>
          <a:ext cx="0" cy="0"/>
          <a:chOff x="0" y="0"/>
          <a:chExt cx="0" cy="0"/>
        </a:xfrm>
      </p:grpSpPr>
      <p:sp>
        <p:nvSpPr>
          <p:cNvPr id="7" name="Freeform 2">
            <a:extLst>
              <a:ext uri="{FF2B5EF4-FFF2-40B4-BE49-F238E27FC236}">
                <a16:creationId xmlns:a16="http://schemas.microsoft.com/office/drawing/2014/main" id="{87B4765F-61A3-7776-15EA-BD59F99E0767}"/>
              </a:ext>
            </a:extLst>
          </p:cNvPr>
          <p:cNvSpPr/>
          <p:nvPr userDrawn="1"/>
        </p:nvSpPr>
        <p:spPr>
          <a:xfrm>
            <a:off x="197320" y="184788"/>
            <a:ext cx="3543501" cy="870431"/>
          </a:xfrm>
          <a:custGeom>
            <a:avLst/>
            <a:gdLst/>
            <a:ahLst/>
            <a:cxnLst/>
            <a:rect l="l" t="t" r="r" b="b"/>
            <a:pathLst>
              <a:path w="3195166" h="784865">
                <a:moveTo>
                  <a:pt x="0" y="0"/>
                </a:moveTo>
                <a:lnTo>
                  <a:pt x="3195166" y="0"/>
                </a:lnTo>
                <a:lnTo>
                  <a:pt x="3195166" y="784864"/>
                </a:lnTo>
                <a:lnTo>
                  <a:pt x="0" y="784864"/>
                </a:lnTo>
                <a:lnTo>
                  <a:pt x="0" y="0"/>
                </a:lnTo>
                <a:close/>
              </a:path>
            </a:pathLst>
          </a:custGeom>
          <a:blipFill>
            <a:blip r:embed="rId2"/>
            <a:stretch>
              <a:fillRect/>
            </a:stretch>
          </a:blipFill>
        </p:spPr>
        <p:txBody>
          <a:bodyPr/>
          <a:lstStyle/>
          <a:p>
            <a:endParaRPr lang="it-IT"/>
          </a:p>
        </p:txBody>
      </p:sp>
      <p:sp>
        <p:nvSpPr>
          <p:cNvPr id="15" name="Title 21">
            <a:extLst>
              <a:ext uri="{FF2B5EF4-FFF2-40B4-BE49-F238E27FC236}">
                <a16:creationId xmlns:a16="http://schemas.microsoft.com/office/drawing/2014/main" id="{3E33550E-2DD8-2C20-1258-ECE23DB63938}"/>
              </a:ext>
            </a:extLst>
          </p:cNvPr>
          <p:cNvSpPr>
            <a:spLocks noGrp="1"/>
          </p:cNvSpPr>
          <p:nvPr>
            <p:ph type="title" hasCustomPrompt="1"/>
          </p:nvPr>
        </p:nvSpPr>
        <p:spPr>
          <a:xfrm>
            <a:off x="2204830" y="1597249"/>
            <a:ext cx="8622679" cy="1545987"/>
          </a:xfrm>
        </p:spPr>
        <p:txBody>
          <a:bodyPr anchor="t">
            <a:noAutofit/>
          </a:bodyPr>
          <a:lstStyle>
            <a:lvl1pPr>
              <a:defRPr sz="6000" b="1">
                <a:latin typeface="Poppins" pitchFamily="2" charset="77"/>
                <a:cs typeface="Poppins" pitchFamily="2" charset="77"/>
              </a:defRPr>
            </a:lvl1pPr>
          </a:lstStyle>
          <a:p>
            <a:r>
              <a:rPr lang="en-GB"/>
              <a:t>CLICK TO EDIT MASTER TITLE STYLE</a:t>
            </a:r>
            <a:endParaRPr lang="it-IT"/>
          </a:p>
        </p:txBody>
      </p:sp>
      <p:sp>
        <p:nvSpPr>
          <p:cNvPr id="16" name="Text Placeholder 24">
            <a:extLst>
              <a:ext uri="{FF2B5EF4-FFF2-40B4-BE49-F238E27FC236}">
                <a16:creationId xmlns:a16="http://schemas.microsoft.com/office/drawing/2014/main" id="{9884DBB1-019E-F099-6B59-3F0EDBA02407}"/>
              </a:ext>
            </a:extLst>
          </p:cNvPr>
          <p:cNvSpPr>
            <a:spLocks noGrp="1"/>
          </p:cNvSpPr>
          <p:nvPr>
            <p:ph type="body" sz="quarter" idx="10"/>
          </p:nvPr>
        </p:nvSpPr>
        <p:spPr>
          <a:xfrm>
            <a:off x="2204830" y="3403688"/>
            <a:ext cx="8426450" cy="528638"/>
          </a:xfrm>
        </p:spPr>
        <p:txBody>
          <a:bodyPr/>
          <a:lstStyle>
            <a:lvl1pPr marL="0" indent="0">
              <a:lnSpc>
                <a:spcPct val="100000"/>
              </a:lnSpc>
              <a:buNone/>
              <a:defRPr>
                <a:solidFill>
                  <a:schemeClr val="bg2">
                    <a:lumMod val="10000"/>
                  </a:schemeClr>
                </a:solidFill>
                <a:latin typeface="Poppins" pitchFamily="2" charset="77"/>
                <a:cs typeface="Poppins" pitchFamily="2" charset="77"/>
              </a:defRPr>
            </a:lvl1pPr>
            <a:lvl2pPr marL="457200" indent="0">
              <a:buNone/>
              <a:defRPr>
                <a:solidFill>
                  <a:schemeClr val="bg2">
                    <a:lumMod val="10000"/>
                  </a:schemeClr>
                </a:solidFill>
                <a:latin typeface="Poppins" pitchFamily="2" charset="77"/>
                <a:cs typeface="Poppins" pitchFamily="2" charset="77"/>
              </a:defRPr>
            </a:lvl2pPr>
            <a:lvl3pPr marL="914400" indent="0">
              <a:buNone/>
              <a:defRPr>
                <a:solidFill>
                  <a:schemeClr val="bg2">
                    <a:lumMod val="10000"/>
                  </a:schemeClr>
                </a:solidFill>
                <a:latin typeface="Poppins" pitchFamily="2" charset="77"/>
                <a:cs typeface="Poppins" pitchFamily="2" charset="77"/>
              </a:defRPr>
            </a:lvl3pPr>
            <a:lvl4pPr marL="1371600" indent="0">
              <a:buNone/>
              <a:defRPr>
                <a:solidFill>
                  <a:schemeClr val="bg2">
                    <a:lumMod val="10000"/>
                  </a:schemeClr>
                </a:solidFill>
                <a:latin typeface="Poppins" pitchFamily="2" charset="77"/>
                <a:cs typeface="Poppins" pitchFamily="2" charset="77"/>
              </a:defRPr>
            </a:lvl4pPr>
            <a:lvl5pPr marL="1828800" indent="0">
              <a:buNone/>
              <a:defRPr>
                <a:solidFill>
                  <a:schemeClr val="bg2">
                    <a:lumMod val="10000"/>
                  </a:schemeClr>
                </a:solidFill>
                <a:latin typeface="Poppins" pitchFamily="2" charset="77"/>
                <a:cs typeface="Poppins" pitchFamily="2" charset="77"/>
              </a:defRPr>
            </a:lvl5pPr>
          </a:lstStyle>
          <a:p>
            <a:pPr lvl="0"/>
            <a:r>
              <a:rPr lang="en-GB"/>
              <a:t>Click to edit Master text styles</a:t>
            </a:r>
          </a:p>
        </p:txBody>
      </p:sp>
      <p:sp>
        <p:nvSpPr>
          <p:cNvPr id="17" name="Text Placeholder 26">
            <a:extLst>
              <a:ext uri="{FF2B5EF4-FFF2-40B4-BE49-F238E27FC236}">
                <a16:creationId xmlns:a16="http://schemas.microsoft.com/office/drawing/2014/main" id="{4971F33F-C0C0-8539-D343-67AEB18984D4}"/>
              </a:ext>
            </a:extLst>
          </p:cNvPr>
          <p:cNvSpPr>
            <a:spLocks noGrp="1"/>
          </p:cNvSpPr>
          <p:nvPr>
            <p:ph type="body" sz="quarter" idx="11" hasCustomPrompt="1"/>
          </p:nvPr>
        </p:nvSpPr>
        <p:spPr>
          <a:xfrm>
            <a:off x="3567113" y="5068089"/>
            <a:ext cx="3211512" cy="385323"/>
          </a:xfrm>
        </p:spPr>
        <p:txBody>
          <a:bodyPr>
            <a:normAutofit/>
          </a:bodyPr>
          <a:lstStyle>
            <a:lvl1pPr marL="0" indent="0">
              <a:lnSpc>
                <a:spcPct val="100000"/>
              </a:lnSpc>
              <a:buNone/>
              <a:defRPr sz="1800" b="1">
                <a:latin typeface="Poppins" pitchFamily="2" charset="77"/>
                <a:cs typeface="Poppins" pitchFamily="2" charset="77"/>
              </a:defRPr>
            </a:lvl1pPr>
            <a:lvl2pPr marL="457200" indent="0">
              <a:buNone/>
              <a:defRPr/>
            </a:lvl2pPr>
            <a:lvl3pPr marL="914400" indent="0">
              <a:buNone/>
              <a:defRPr/>
            </a:lvl3pPr>
            <a:lvl4pPr marL="1371600" indent="0">
              <a:buNone/>
              <a:defRPr/>
            </a:lvl4pPr>
            <a:lvl5pPr marL="1828800" indent="0">
              <a:buNone/>
              <a:defRPr/>
            </a:lvl5pPr>
          </a:lstStyle>
          <a:p>
            <a:pPr lvl="0"/>
            <a:r>
              <a:rPr lang="en-GB"/>
              <a:t>CLICK TO EDIT:</a:t>
            </a:r>
          </a:p>
        </p:txBody>
      </p:sp>
      <p:sp>
        <p:nvSpPr>
          <p:cNvPr id="18" name="Text Placeholder 26">
            <a:extLst>
              <a:ext uri="{FF2B5EF4-FFF2-40B4-BE49-F238E27FC236}">
                <a16:creationId xmlns:a16="http://schemas.microsoft.com/office/drawing/2014/main" id="{1D6D7C46-1BF3-03DA-DF08-4411AD05C65A}"/>
              </a:ext>
            </a:extLst>
          </p:cNvPr>
          <p:cNvSpPr>
            <a:spLocks noGrp="1"/>
          </p:cNvSpPr>
          <p:nvPr>
            <p:ph type="body" sz="quarter" idx="12" hasCustomPrompt="1"/>
          </p:nvPr>
        </p:nvSpPr>
        <p:spPr>
          <a:xfrm>
            <a:off x="3567113" y="5485532"/>
            <a:ext cx="3211512" cy="385323"/>
          </a:xfrm>
        </p:spPr>
        <p:txBody>
          <a:bodyPr>
            <a:normAutofit/>
          </a:bodyPr>
          <a:lstStyle>
            <a:lvl1pPr marL="0" indent="0">
              <a:lnSpc>
                <a:spcPct val="100000"/>
              </a:lnSpc>
              <a:buNone/>
              <a:defRPr sz="1600" b="0">
                <a:latin typeface="Poppins" pitchFamily="2" charset="77"/>
                <a:cs typeface="Poppins" pitchFamily="2" charset="77"/>
              </a:defRPr>
            </a:lvl1pPr>
            <a:lvl2pPr marL="457200" indent="0">
              <a:buNone/>
              <a:defRPr/>
            </a:lvl2pPr>
            <a:lvl3pPr marL="914400" indent="0">
              <a:buNone/>
              <a:defRPr/>
            </a:lvl3pPr>
            <a:lvl4pPr marL="1371600" indent="0">
              <a:buNone/>
              <a:defRPr/>
            </a:lvl4pPr>
            <a:lvl5pPr marL="1828800" indent="0">
              <a:buNone/>
              <a:defRPr/>
            </a:lvl5pPr>
          </a:lstStyle>
          <a:p>
            <a:pPr lvl="0"/>
            <a:r>
              <a:rPr lang="en-GB"/>
              <a:t>Click to edit:</a:t>
            </a:r>
          </a:p>
        </p:txBody>
      </p:sp>
      <p:sp>
        <p:nvSpPr>
          <p:cNvPr id="19" name="Text Placeholder 26">
            <a:extLst>
              <a:ext uri="{FF2B5EF4-FFF2-40B4-BE49-F238E27FC236}">
                <a16:creationId xmlns:a16="http://schemas.microsoft.com/office/drawing/2014/main" id="{F17E3211-667F-5E49-2329-2FFCD8164E13}"/>
              </a:ext>
            </a:extLst>
          </p:cNvPr>
          <p:cNvSpPr>
            <a:spLocks noGrp="1"/>
          </p:cNvSpPr>
          <p:nvPr>
            <p:ph type="body" sz="quarter" idx="13" hasCustomPrompt="1"/>
          </p:nvPr>
        </p:nvSpPr>
        <p:spPr>
          <a:xfrm>
            <a:off x="7503008" y="5068089"/>
            <a:ext cx="3211512" cy="385323"/>
          </a:xfrm>
        </p:spPr>
        <p:txBody>
          <a:bodyPr>
            <a:normAutofit/>
          </a:bodyPr>
          <a:lstStyle>
            <a:lvl1pPr marL="0" indent="0">
              <a:lnSpc>
                <a:spcPct val="100000"/>
              </a:lnSpc>
              <a:buNone/>
              <a:defRPr sz="1800" b="1">
                <a:latin typeface="Poppins" pitchFamily="2" charset="77"/>
                <a:cs typeface="Poppins" pitchFamily="2" charset="77"/>
              </a:defRPr>
            </a:lvl1pPr>
            <a:lvl2pPr marL="457200" indent="0">
              <a:buNone/>
              <a:defRPr/>
            </a:lvl2pPr>
            <a:lvl3pPr marL="914400" indent="0">
              <a:buNone/>
              <a:defRPr/>
            </a:lvl3pPr>
            <a:lvl4pPr marL="1371600" indent="0">
              <a:buNone/>
              <a:defRPr/>
            </a:lvl4pPr>
            <a:lvl5pPr marL="1828800" indent="0">
              <a:buNone/>
              <a:defRPr/>
            </a:lvl5pPr>
          </a:lstStyle>
          <a:p>
            <a:pPr lvl="0"/>
            <a:r>
              <a:rPr lang="en-GB"/>
              <a:t>CLICK TO EDIT:</a:t>
            </a:r>
          </a:p>
        </p:txBody>
      </p:sp>
      <p:sp>
        <p:nvSpPr>
          <p:cNvPr id="20" name="Text Placeholder 26">
            <a:extLst>
              <a:ext uri="{FF2B5EF4-FFF2-40B4-BE49-F238E27FC236}">
                <a16:creationId xmlns:a16="http://schemas.microsoft.com/office/drawing/2014/main" id="{44551422-9587-5E98-F7A1-F2F4FAC721DB}"/>
              </a:ext>
            </a:extLst>
          </p:cNvPr>
          <p:cNvSpPr>
            <a:spLocks noGrp="1"/>
          </p:cNvSpPr>
          <p:nvPr>
            <p:ph type="body" sz="quarter" idx="14" hasCustomPrompt="1"/>
          </p:nvPr>
        </p:nvSpPr>
        <p:spPr>
          <a:xfrm>
            <a:off x="7503008" y="5485532"/>
            <a:ext cx="3211512" cy="385323"/>
          </a:xfrm>
        </p:spPr>
        <p:txBody>
          <a:bodyPr>
            <a:normAutofit/>
          </a:bodyPr>
          <a:lstStyle>
            <a:lvl1pPr marL="0" indent="0">
              <a:lnSpc>
                <a:spcPct val="100000"/>
              </a:lnSpc>
              <a:buNone/>
              <a:defRPr sz="1600" b="0">
                <a:latin typeface="Poppins" pitchFamily="2" charset="77"/>
                <a:cs typeface="Poppins" pitchFamily="2" charset="77"/>
              </a:defRPr>
            </a:lvl1pPr>
            <a:lvl2pPr marL="457200" indent="0">
              <a:buNone/>
              <a:defRPr/>
            </a:lvl2pPr>
            <a:lvl3pPr marL="914400" indent="0">
              <a:buNone/>
              <a:defRPr/>
            </a:lvl3pPr>
            <a:lvl4pPr marL="1371600" indent="0">
              <a:buNone/>
              <a:defRPr/>
            </a:lvl4pPr>
            <a:lvl5pPr marL="1828800" indent="0">
              <a:buNone/>
              <a:defRPr/>
            </a:lvl5pPr>
          </a:lstStyle>
          <a:p>
            <a:pPr lvl="0"/>
            <a:r>
              <a:rPr lang="en-GB"/>
              <a:t>Click to edit:</a:t>
            </a:r>
          </a:p>
        </p:txBody>
      </p:sp>
      <p:sp>
        <p:nvSpPr>
          <p:cNvPr id="22" name="AutoShape 11">
            <a:extLst>
              <a:ext uri="{FF2B5EF4-FFF2-40B4-BE49-F238E27FC236}">
                <a16:creationId xmlns:a16="http://schemas.microsoft.com/office/drawing/2014/main" id="{C5612044-FC7C-F316-248E-5E22D7D52A42}"/>
              </a:ext>
            </a:extLst>
          </p:cNvPr>
          <p:cNvSpPr/>
          <p:nvPr userDrawn="1"/>
        </p:nvSpPr>
        <p:spPr>
          <a:xfrm flipH="1" flipV="1">
            <a:off x="273284" y="3349339"/>
            <a:ext cx="1931546" cy="1597424"/>
          </a:xfrm>
          <a:prstGeom prst="line">
            <a:avLst/>
          </a:prstGeom>
          <a:ln w="142875" cap="flat">
            <a:solidFill>
              <a:srgbClr val="0E145D"/>
            </a:solidFill>
            <a:prstDash val="solid"/>
            <a:headEnd type="none" w="sm" len="sm"/>
            <a:tailEnd type="none" w="sm" len="sm"/>
          </a:ln>
        </p:spPr>
        <p:txBody>
          <a:bodyPr/>
          <a:lstStyle/>
          <a:p>
            <a:endParaRPr lang="it-IT"/>
          </a:p>
        </p:txBody>
      </p:sp>
      <p:sp>
        <p:nvSpPr>
          <p:cNvPr id="23" name="AutoShape 12">
            <a:extLst>
              <a:ext uri="{FF2B5EF4-FFF2-40B4-BE49-F238E27FC236}">
                <a16:creationId xmlns:a16="http://schemas.microsoft.com/office/drawing/2014/main" id="{164DA4D7-36D1-826B-F814-6C2D7B433B2A}"/>
              </a:ext>
            </a:extLst>
          </p:cNvPr>
          <p:cNvSpPr/>
          <p:nvPr userDrawn="1"/>
        </p:nvSpPr>
        <p:spPr>
          <a:xfrm flipV="1">
            <a:off x="1428046" y="4993684"/>
            <a:ext cx="415156" cy="1514123"/>
          </a:xfrm>
          <a:prstGeom prst="line">
            <a:avLst/>
          </a:prstGeom>
          <a:ln w="142875" cap="flat">
            <a:solidFill>
              <a:srgbClr val="0E145D"/>
            </a:solidFill>
            <a:prstDash val="solid"/>
            <a:headEnd type="none" w="sm" len="sm"/>
            <a:tailEnd type="none" w="sm" len="sm"/>
          </a:ln>
        </p:spPr>
        <p:txBody>
          <a:bodyPr/>
          <a:lstStyle/>
          <a:p>
            <a:endParaRPr lang="it-IT"/>
          </a:p>
        </p:txBody>
      </p:sp>
      <p:sp>
        <p:nvSpPr>
          <p:cNvPr id="24" name="Freeform 6">
            <a:extLst>
              <a:ext uri="{FF2B5EF4-FFF2-40B4-BE49-F238E27FC236}">
                <a16:creationId xmlns:a16="http://schemas.microsoft.com/office/drawing/2014/main" id="{C43B0115-E079-9B44-08FE-ED983B88C579}"/>
              </a:ext>
            </a:extLst>
          </p:cNvPr>
          <p:cNvSpPr/>
          <p:nvPr userDrawn="1"/>
        </p:nvSpPr>
        <p:spPr>
          <a:xfrm>
            <a:off x="-1043880" y="1901286"/>
            <a:ext cx="2031040" cy="203104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chemeClr val="accent2"/>
          </a:solidFill>
        </p:spPr>
        <p:txBody>
          <a:bodyPr/>
          <a:lstStyle/>
          <a:p>
            <a:endParaRPr lang="it-IT"/>
          </a:p>
        </p:txBody>
      </p:sp>
      <p:sp>
        <p:nvSpPr>
          <p:cNvPr id="25" name="Freeform 6">
            <a:extLst>
              <a:ext uri="{FF2B5EF4-FFF2-40B4-BE49-F238E27FC236}">
                <a16:creationId xmlns:a16="http://schemas.microsoft.com/office/drawing/2014/main" id="{2A22C78D-342C-1590-2C8D-8C4D0FE154D2}"/>
              </a:ext>
            </a:extLst>
          </p:cNvPr>
          <p:cNvSpPr/>
          <p:nvPr userDrawn="1"/>
        </p:nvSpPr>
        <p:spPr>
          <a:xfrm>
            <a:off x="1371118" y="4193836"/>
            <a:ext cx="1096599" cy="1096599"/>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chemeClr val="accent5"/>
          </a:solidFill>
        </p:spPr>
        <p:txBody>
          <a:bodyPr/>
          <a:lstStyle/>
          <a:p>
            <a:endParaRPr lang="it-IT"/>
          </a:p>
        </p:txBody>
      </p:sp>
      <p:sp>
        <p:nvSpPr>
          <p:cNvPr id="26" name="Freeform 6">
            <a:extLst>
              <a:ext uri="{FF2B5EF4-FFF2-40B4-BE49-F238E27FC236}">
                <a16:creationId xmlns:a16="http://schemas.microsoft.com/office/drawing/2014/main" id="{F0287CF4-4920-7253-7660-419A4AEA4DDA}"/>
              </a:ext>
            </a:extLst>
          </p:cNvPr>
          <p:cNvSpPr/>
          <p:nvPr userDrawn="1"/>
        </p:nvSpPr>
        <p:spPr>
          <a:xfrm>
            <a:off x="504795" y="6007982"/>
            <a:ext cx="1700035" cy="1700035"/>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FB3F8"/>
          </a:solidFill>
        </p:spPr>
        <p:txBody>
          <a:bodyPr/>
          <a:lstStyle/>
          <a:p>
            <a:endParaRPr lang="it-IT"/>
          </a:p>
        </p:txBody>
      </p:sp>
      <p:sp>
        <p:nvSpPr>
          <p:cNvPr id="27" name="AutoShape 11">
            <a:extLst>
              <a:ext uri="{FF2B5EF4-FFF2-40B4-BE49-F238E27FC236}">
                <a16:creationId xmlns:a16="http://schemas.microsoft.com/office/drawing/2014/main" id="{31BEEC61-5BEF-94EF-0400-0B1E345AC8F4}"/>
              </a:ext>
            </a:extLst>
          </p:cNvPr>
          <p:cNvSpPr/>
          <p:nvPr userDrawn="1"/>
        </p:nvSpPr>
        <p:spPr>
          <a:xfrm flipH="1" flipV="1">
            <a:off x="10381111" y="210723"/>
            <a:ext cx="1931546" cy="1597424"/>
          </a:xfrm>
          <a:prstGeom prst="line">
            <a:avLst/>
          </a:prstGeom>
          <a:ln w="142875" cap="flat">
            <a:solidFill>
              <a:srgbClr val="0E145D"/>
            </a:solidFill>
            <a:prstDash val="solid"/>
            <a:headEnd type="none" w="sm" len="sm"/>
            <a:tailEnd type="none" w="sm" len="sm"/>
          </a:ln>
        </p:spPr>
        <p:txBody>
          <a:bodyPr/>
          <a:lstStyle/>
          <a:p>
            <a:endParaRPr lang="it-IT"/>
          </a:p>
        </p:txBody>
      </p:sp>
      <p:sp>
        <p:nvSpPr>
          <p:cNvPr id="28" name="Freeform 6">
            <a:extLst>
              <a:ext uri="{FF2B5EF4-FFF2-40B4-BE49-F238E27FC236}">
                <a16:creationId xmlns:a16="http://schemas.microsoft.com/office/drawing/2014/main" id="{01C6727C-4F83-029F-362A-99C2A101F962}"/>
              </a:ext>
            </a:extLst>
          </p:cNvPr>
          <p:cNvSpPr/>
          <p:nvPr userDrawn="1"/>
        </p:nvSpPr>
        <p:spPr>
          <a:xfrm>
            <a:off x="9410171" y="-775652"/>
            <a:ext cx="1551303" cy="1551303"/>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chemeClr val="accent1"/>
          </a:solidFill>
        </p:spPr>
        <p:txBody>
          <a:bodyPr/>
          <a:lstStyle/>
          <a:p>
            <a:endParaRPr lang="it-IT"/>
          </a:p>
        </p:txBody>
      </p:sp>
      <p:sp>
        <p:nvSpPr>
          <p:cNvPr id="29" name="Freeform 6">
            <a:extLst>
              <a:ext uri="{FF2B5EF4-FFF2-40B4-BE49-F238E27FC236}">
                <a16:creationId xmlns:a16="http://schemas.microsoft.com/office/drawing/2014/main" id="{0F3D7105-7117-230B-C823-7BF1AE0BD639}"/>
              </a:ext>
            </a:extLst>
          </p:cNvPr>
          <p:cNvSpPr/>
          <p:nvPr userDrawn="1"/>
        </p:nvSpPr>
        <p:spPr>
          <a:xfrm>
            <a:off x="11478945" y="1055220"/>
            <a:ext cx="1096599" cy="1096599"/>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chemeClr val="accent3"/>
          </a:solidFill>
        </p:spPr>
        <p:txBody>
          <a:bodyPr/>
          <a:lstStyle/>
          <a:p>
            <a:endParaRPr lang="it-IT"/>
          </a:p>
        </p:txBody>
      </p:sp>
      <p:grpSp>
        <p:nvGrpSpPr>
          <p:cNvPr id="39" name="Group 38">
            <a:extLst>
              <a:ext uri="{FF2B5EF4-FFF2-40B4-BE49-F238E27FC236}">
                <a16:creationId xmlns:a16="http://schemas.microsoft.com/office/drawing/2014/main" id="{994BBD10-3E58-AA25-6210-FDCCAE6B402A}"/>
              </a:ext>
            </a:extLst>
          </p:cNvPr>
          <p:cNvGrpSpPr/>
          <p:nvPr userDrawn="1"/>
        </p:nvGrpSpPr>
        <p:grpSpPr>
          <a:xfrm>
            <a:off x="2555190" y="5958082"/>
            <a:ext cx="9438030" cy="716282"/>
            <a:chOff x="2555190" y="5958082"/>
            <a:chExt cx="9438030" cy="716282"/>
          </a:xfrm>
        </p:grpSpPr>
        <p:sp>
          <p:nvSpPr>
            <p:cNvPr id="14" name="Freeform 9">
              <a:extLst>
                <a:ext uri="{FF2B5EF4-FFF2-40B4-BE49-F238E27FC236}">
                  <a16:creationId xmlns:a16="http://schemas.microsoft.com/office/drawing/2014/main" id="{5E5B9982-9A63-ED00-8E0D-17FB69760F48}"/>
                </a:ext>
              </a:extLst>
            </p:cNvPr>
            <p:cNvSpPr/>
            <p:nvPr userDrawn="1"/>
          </p:nvSpPr>
          <p:spPr>
            <a:xfrm>
              <a:off x="11313282" y="5958082"/>
              <a:ext cx="679938" cy="716282"/>
            </a:xfrm>
            <a:custGeom>
              <a:avLst/>
              <a:gdLst/>
              <a:ahLst/>
              <a:cxnLst/>
              <a:rect l="l" t="t" r="r" b="b"/>
              <a:pathLst>
                <a:path w="1163225" h="1225402">
                  <a:moveTo>
                    <a:pt x="0" y="0"/>
                  </a:moveTo>
                  <a:lnTo>
                    <a:pt x="1163225" y="0"/>
                  </a:lnTo>
                  <a:lnTo>
                    <a:pt x="1163225" y="1225402"/>
                  </a:lnTo>
                  <a:lnTo>
                    <a:pt x="0" y="1225402"/>
                  </a:lnTo>
                  <a:lnTo>
                    <a:pt x="0" y="0"/>
                  </a:lnTo>
                  <a:close/>
                </a:path>
              </a:pathLst>
            </a:custGeom>
            <a:blipFill>
              <a:blip r:embed="rId3"/>
              <a:stretch>
                <a:fillRect/>
              </a:stretch>
            </a:blipFill>
          </p:spPr>
          <p:txBody>
            <a:bodyPr/>
            <a:lstStyle/>
            <a:p>
              <a:endParaRPr lang="it-IT"/>
            </a:p>
          </p:txBody>
        </p:sp>
        <p:cxnSp>
          <p:nvCxnSpPr>
            <p:cNvPr id="33" name="Straight Connector 32">
              <a:extLst>
                <a:ext uri="{FF2B5EF4-FFF2-40B4-BE49-F238E27FC236}">
                  <a16:creationId xmlns:a16="http://schemas.microsoft.com/office/drawing/2014/main" id="{4CAE3106-6301-C398-8C93-95CFFE49AEBB}"/>
                </a:ext>
              </a:extLst>
            </p:cNvPr>
            <p:cNvCxnSpPr>
              <a:cxnSpLocks/>
            </p:cNvCxnSpPr>
            <p:nvPr userDrawn="1"/>
          </p:nvCxnSpPr>
          <p:spPr>
            <a:xfrm>
              <a:off x="11224439" y="6007982"/>
              <a:ext cx="0" cy="639295"/>
            </a:xfrm>
            <a:prstGeom prst="line">
              <a:avLst/>
            </a:prstGeom>
            <a:ln w="12700">
              <a:solidFill>
                <a:srgbClr val="0D145C"/>
              </a:solidFill>
            </a:ln>
          </p:spPr>
          <p:style>
            <a:lnRef idx="2">
              <a:schemeClr val="accent1"/>
            </a:lnRef>
            <a:fillRef idx="0">
              <a:schemeClr val="accent1"/>
            </a:fillRef>
            <a:effectRef idx="1">
              <a:schemeClr val="accent1"/>
            </a:effectRef>
            <a:fontRef idx="minor">
              <a:schemeClr val="tx1"/>
            </a:fontRef>
          </p:style>
        </p:cxnSp>
        <p:sp>
          <p:nvSpPr>
            <p:cNvPr id="38" name="TextBox 37">
              <a:extLst>
                <a:ext uri="{FF2B5EF4-FFF2-40B4-BE49-F238E27FC236}">
                  <a16:creationId xmlns:a16="http://schemas.microsoft.com/office/drawing/2014/main" id="{C7F56BDD-45E3-FCCE-1F1F-26FB7FB3495C}"/>
                </a:ext>
              </a:extLst>
            </p:cNvPr>
            <p:cNvSpPr txBox="1"/>
            <p:nvPr userDrawn="1"/>
          </p:nvSpPr>
          <p:spPr>
            <a:xfrm>
              <a:off x="2555190" y="6131557"/>
              <a:ext cx="8624828" cy="369332"/>
            </a:xfrm>
            <a:prstGeom prst="rect">
              <a:avLst/>
            </a:prstGeom>
            <a:noFill/>
          </p:spPr>
          <p:txBody>
            <a:bodyPr wrap="square" rtlCol="0" anchor="ctr">
              <a:spAutoFit/>
            </a:bodyPr>
            <a:lstStyle/>
            <a:p>
              <a:pPr algn="r"/>
              <a:r>
                <a:rPr lang="en-GB" sz="900">
                  <a:effectLst/>
                  <a:latin typeface="Helvetica Neue" panose="02000503000000020004" pitchFamily="2" charset="0"/>
                </a:rPr>
                <a:t>Co-funded by the European Union. Views and opinions expressed are however those of the author(s) only and do not necessarily reflect those of the European Union or the European Education and Culture Executive Agency (EACEA). Neither the European Union nor EACEA can be held responsible for them.</a:t>
              </a:r>
            </a:p>
          </p:txBody>
        </p:sp>
      </p:grpSp>
    </p:spTree>
    <p:extLst>
      <p:ext uri="{BB962C8B-B14F-4D97-AF65-F5344CB8AC3E}">
        <p14:creationId xmlns:p14="http://schemas.microsoft.com/office/powerpoint/2010/main" val="215848777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Slide_Blue Background">
    <p:bg>
      <p:bgPr>
        <a:solidFill>
          <a:schemeClr val="accent6"/>
        </a:solidFill>
        <a:effectLst/>
      </p:bgPr>
    </p:bg>
    <p:spTree>
      <p:nvGrpSpPr>
        <p:cNvPr id="1" name=""/>
        <p:cNvGrpSpPr/>
        <p:nvPr/>
      </p:nvGrpSpPr>
      <p:grpSpPr>
        <a:xfrm>
          <a:off x="0" y="0"/>
          <a:ext cx="0" cy="0"/>
          <a:chOff x="0" y="0"/>
          <a:chExt cx="0" cy="0"/>
        </a:xfrm>
      </p:grpSpPr>
      <p:sp>
        <p:nvSpPr>
          <p:cNvPr id="15" name="Title 21">
            <a:extLst>
              <a:ext uri="{FF2B5EF4-FFF2-40B4-BE49-F238E27FC236}">
                <a16:creationId xmlns:a16="http://schemas.microsoft.com/office/drawing/2014/main" id="{3E33550E-2DD8-2C20-1258-ECE23DB63938}"/>
              </a:ext>
            </a:extLst>
          </p:cNvPr>
          <p:cNvSpPr>
            <a:spLocks noGrp="1"/>
          </p:cNvSpPr>
          <p:nvPr>
            <p:ph type="title" hasCustomPrompt="1"/>
          </p:nvPr>
        </p:nvSpPr>
        <p:spPr>
          <a:xfrm>
            <a:off x="2204830" y="1597249"/>
            <a:ext cx="8622679" cy="1545987"/>
          </a:xfrm>
        </p:spPr>
        <p:txBody>
          <a:bodyPr anchor="t">
            <a:noAutofit/>
          </a:bodyPr>
          <a:lstStyle>
            <a:lvl1pPr>
              <a:defRPr sz="6000" b="1">
                <a:solidFill>
                  <a:schemeClr val="bg1"/>
                </a:solidFill>
                <a:latin typeface="Poppins" pitchFamily="2" charset="77"/>
                <a:cs typeface="Poppins" pitchFamily="2" charset="77"/>
              </a:defRPr>
            </a:lvl1pPr>
          </a:lstStyle>
          <a:p>
            <a:r>
              <a:rPr lang="en-GB"/>
              <a:t>CLICK TO EDIT MASTER TITLE STYLE</a:t>
            </a:r>
            <a:endParaRPr lang="it-IT"/>
          </a:p>
        </p:txBody>
      </p:sp>
      <p:sp>
        <p:nvSpPr>
          <p:cNvPr id="16" name="Text Placeholder 24">
            <a:extLst>
              <a:ext uri="{FF2B5EF4-FFF2-40B4-BE49-F238E27FC236}">
                <a16:creationId xmlns:a16="http://schemas.microsoft.com/office/drawing/2014/main" id="{9884DBB1-019E-F099-6B59-3F0EDBA02407}"/>
              </a:ext>
            </a:extLst>
          </p:cNvPr>
          <p:cNvSpPr>
            <a:spLocks noGrp="1"/>
          </p:cNvSpPr>
          <p:nvPr>
            <p:ph type="body" sz="quarter" idx="10"/>
          </p:nvPr>
        </p:nvSpPr>
        <p:spPr>
          <a:xfrm>
            <a:off x="2204830" y="3403688"/>
            <a:ext cx="8426450" cy="528638"/>
          </a:xfrm>
        </p:spPr>
        <p:txBody>
          <a:bodyPr/>
          <a:lstStyle>
            <a:lvl1pPr marL="0" indent="0">
              <a:lnSpc>
                <a:spcPct val="100000"/>
              </a:lnSpc>
              <a:buNone/>
              <a:defRPr>
                <a:solidFill>
                  <a:schemeClr val="bg1"/>
                </a:solidFill>
                <a:latin typeface="Poppins" pitchFamily="2" charset="77"/>
                <a:cs typeface="Poppins" pitchFamily="2" charset="77"/>
              </a:defRPr>
            </a:lvl1pPr>
            <a:lvl2pPr marL="457200" indent="0">
              <a:buNone/>
              <a:defRPr>
                <a:solidFill>
                  <a:schemeClr val="bg2">
                    <a:lumMod val="10000"/>
                  </a:schemeClr>
                </a:solidFill>
                <a:latin typeface="Poppins" pitchFamily="2" charset="77"/>
                <a:cs typeface="Poppins" pitchFamily="2" charset="77"/>
              </a:defRPr>
            </a:lvl2pPr>
            <a:lvl3pPr marL="914400" indent="0">
              <a:buNone/>
              <a:defRPr>
                <a:solidFill>
                  <a:schemeClr val="bg2">
                    <a:lumMod val="10000"/>
                  </a:schemeClr>
                </a:solidFill>
                <a:latin typeface="Poppins" pitchFamily="2" charset="77"/>
                <a:cs typeface="Poppins" pitchFamily="2" charset="77"/>
              </a:defRPr>
            </a:lvl3pPr>
            <a:lvl4pPr marL="1371600" indent="0">
              <a:buNone/>
              <a:defRPr>
                <a:solidFill>
                  <a:schemeClr val="bg2">
                    <a:lumMod val="10000"/>
                  </a:schemeClr>
                </a:solidFill>
                <a:latin typeface="Poppins" pitchFamily="2" charset="77"/>
                <a:cs typeface="Poppins" pitchFamily="2" charset="77"/>
              </a:defRPr>
            </a:lvl4pPr>
            <a:lvl5pPr marL="1828800" indent="0">
              <a:buNone/>
              <a:defRPr>
                <a:solidFill>
                  <a:schemeClr val="bg2">
                    <a:lumMod val="10000"/>
                  </a:schemeClr>
                </a:solidFill>
                <a:latin typeface="Poppins" pitchFamily="2" charset="77"/>
                <a:cs typeface="Poppins" pitchFamily="2" charset="77"/>
              </a:defRPr>
            </a:lvl5pPr>
          </a:lstStyle>
          <a:p>
            <a:pPr lvl="0"/>
            <a:r>
              <a:rPr lang="en-GB"/>
              <a:t>Click to edit Master text styles</a:t>
            </a:r>
          </a:p>
        </p:txBody>
      </p:sp>
      <p:sp>
        <p:nvSpPr>
          <p:cNvPr id="17" name="Text Placeholder 26">
            <a:extLst>
              <a:ext uri="{FF2B5EF4-FFF2-40B4-BE49-F238E27FC236}">
                <a16:creationId xmlns:a16="http://schemas.microsoft.com/office/drawing/2014/main" id="{4971F33F-C0C0-8539-D343-67AEB18984D4}"/>
              </a:ext>
            </a:extLst>
          </p:cNvPr>
          <p:cNvSpPr>
            <a:spLocks noGrp="1"/>
          </p:cNvSpPr>
          <p:nvPr>
            <p:ph type="body" sz="quarter" idx="11" hasCustomPrompt="1"/>
          </p:nvPr>
        </p:nvSpPr>
        <p:spPr>
          <a:xfrm>
            <a:off x="3567113" y="5068089"/>
            <a:ext cx="3211512" cy="385323"/>
          </a:xfrm>
        </p:spPr>
        <p:txBody>
          <a:bodyPr>
            <a:normAutofit/>
          </a:bodyPr>
          <a:lstStyle>
            <a:lvl1pPr marL="0" indent="0">
              <a:lnSpc>
                <a:spcPct val="100000"/>
              </a:lnSpc>
              <a:buNone/>
              <a:defRPr sz="1800" b="1">
                <a:solidFill>
                  <a:schemeClr val="bg1"/>
                </a:solidFill>
                <a:latin typeface="Poppins" pitchFamily="2" charset="77"/>
                <a:cs typeface="Poppins" pitchFamily="2" charset="77"/>
              </a:defRPr>
            </a:lvl1pPr>
            <a:lvl2pPr marL="457200" indent="0">
              <a:buNone/>
              <a:defRPr/>
            </a:lvl2pPr>
            <a:lvl3pPr marL="914400" indent="0">
              <a:buNone/>
              <a:defRPr/>
            </a:lvl3pPr>
            <a:lvl4pPr marL="1371600" indent="0">
              <a:buNone/>
              <a:defRPr/>
            </a:lvl4pPr>
            <a:lvl5pPr marL="1828800" indent="0">
              <a:buNone/>
              <a:defRPr/>
            </a:lvl5pPr>
          </a:lstStyle>
          <a:p>
            <a:pPr lvl="0"/>
            <a:r>
              <a:rPr lang="en-GB"/>
              <a:t>CLICK TO EDIT:</a:t>
            </a:r>
          </a:p>
        </p:txBody>
      </p:sp>
      <p:sp>
        <p:nvSpPr>
          <p:cNvPr id="18" name="Text Placeholder 26">
            <a:extLst>
              <a:ext uri="{FF2B5EF4-FFF2-40B4-BE49-F238E27FC236}">
                <a16:creationId xmlns:a16="http://schemas.microsoft.com/office/drawing/2014/main" id="{1D6D7C46-1BF3-03DA-DF08-4411AD05C65A}"/>
              </a:ext>
            </a:extLst>
          </p:cNvPr>
          <p:cNvSpPr>
            <a:spLocks noGrp="1"/>
          </p:cNvSpPr>
          <p:nvPr>
            <p:ph type="body" sz="quarter" idx="12" hasCustomPrompt="1"/>
          </p:nvPr>
        </p:nvSpPr>
        <p:spPr>
          <a:xfrm>
            <a:off x="3567113" y="5485532"/>
            <a:ext cx="3211512" cy="385323"/>
          </a:xfrm>
        </p:spPr>
        <p:txBody>
          <a:bodyPr>
            <a:normAutofit/>
          </a:bodyPr>
          <a:lstStyle>
            <a:lvl1pPr marL="0" indent="0">
              <a:lnSpc>
                <a:spcPct val="100000"/>
              </a:lnSpc>
              <a:buNone/>
              <a:defRPr sz="1600" b="0">
                <a:solidFill>
                  <a:schemeClr val="bg1"/>
                </a:solidFill>
                <a:latin typeface="Poppins" pitchFamily="2" charset="77"/>
                <a:cs typeface="Poppins" pitchFamily="2" charset="77"/>
              </a:defRPr>
            </a:lvl1pPr>
            <a:lvl2pPr marL="457200" indent="0">
              <a:buNone/>
              <a:defRPr/>
            </a:lvl2pPr>
            <a:lvl3pPr marL="914400" indent="0">
              <a:buNone/>
              <a:defRPr/>
            </a:lvl3pPr>
            <a:lvl4pPr marL="1371600" indent="0">
              <a:buNone/>
              <a:defRPr/>
            </a:lvl4pPr>
            <a:lvl5pPr marL="1828800" indent="0">
              <a:buNone/>
              <a:defRPr/>
            </a:lvl5pPr>
          </a:lstStyle>
          <a:p>
            <a:pPr lvl="0"/>
            <a:r>
              <a:rPr lang="en-GB"/>
              <a:t>Click to edit:</a:t>
            </a:r>
          </a:p>
        </p:txBody>
      </p:sp>
      <p:sp>
        <p:nvSpPr>
          <p:cNvPr id="19" name="Text Placeholder 26">
            <a:extLst>
              <a:ext uri="{FF2B5EF4-FFF2-40B4-BE49-F238E27FC236}">
                <a16:creationId xmlns:a16="http://schemas.microsoft.com/office/drawing/2014/main" id="{F17E3211-667F-5E49-2329-2FFCD8164E13}"/>
              </a:ext>
            </a:extLst>
          </p:cNvPr>
          <p:cNvSpPr>
            <a:spLocks noGrp="1"/>
          </p:cNvSpPr>
          <p:nvPr>
            <p:ph type="body" sz="quarter" idx="13" hasCustomPrompt="1"/>
          </p:nvPr>
        </p:nvSpPr>
        <p:spPr>
          <a:xfrm>
            <a:off x="7503008" y="5068089"/>
            <a:ext cx="3211512" cy="385323"/>
          </a:xfrm>
        </p:spPr>
        <p:txBody>
          <a:bodyPr>
            <a:normAutofit/>
          </a:bodyPr>
          <a:lstStyle>
            <a:lvl1pPr marL="0" indent="0">
              <a:lnSpc>
                <a:spcPct val="100000"/>
              </a:lnSpc>
              <a:buNone/>
              <a:defRPr sz="1800" b="1">
                <a:solidFill>
                  <a:schemeClr val="bg1"/>
                </a:solidFill>
                <a:latin typeface="Poppins" pitchFamily="2" charset="77"/>
                <a:cs typeface="Poppins" pitchFamily="2" charset="77"/>
              </a:defRPr>
            </a:lvl1pPr>
            <a:lvl2pPr marL="457200" indent="0">
              <a:buNone/>
              <a:defRPr/>
            </a:lvl2pPr>
            <a:lvl3pPr marL="914400" indent="0">
              <a:buNone/>
              <a:defRPr/>
            </a:lvl3pPr>
            <a:lvl4pPr marL="1371600" indent="0">
              <a:buNone/>
              <a:defRPr/>
            </a:lvl4pPr>
            <a:lvl5pPr marL="1828800" indent="0">
              <a:buNone/>
              <a:defRPr/>
            </a:lvl5pPr>
          </a:lstStyle>
          <a:p>
            <a:pPr lvl="0"/>
            <a:r>
              <a:rPr lang="en-GB"/>
              <a:t>CLICK TO EDIT:</a:t>
            </a:r>
          </a:p>
        </p:txBody>
      </p:sp>
      <p:sp>
        <p:nvSpPr>
          <p:cNvPr id="20" name="Text Placeholder 26">
            <a:extLst>
              <a:ext uri="{FF2B5EF4-FFF2-40B4-BE49-F238E27FC236}">
                <a16:creationId xmlns:a16="http://schemas.microsoft.com/office/drawing/2014/main" id="{44551422-9587-5E98-F7A1-F2F4FAC721DB}"/>
              </a:ext>
            </a:extLst>
          </p:cNvPr>
          <p:cNvSpPr>
            <a:spLocks noGrp="1"/>
          </p:cNvSpPr>
          <p:nvPr>
            <p:ph type="body" sz="quarter" idx="14" hasCustomPrompt="1"/>
          </p:nvPr>
        </p:nvSpPr>
        <p:spPr>
          <a:xfrm>
            <a:off x="7503008" y="5485532"/>
            <a:ext cx="3211512" cy="385323"/>
          </a:xfrm>
        </p:spPr>
        <p:txBody>
          <a:bodyPr>
            <a:normAutofit/>
          </a:bodyPr>
          <a:lstStyle>
            <a:lvl1pPr marL="0" indent="0">
              <a:lnSpc>
                <a:spcPct val="100000"/>
              </a:lnSpc>
              <a:buNone/>
              <a:defRPr sz="1600" b="0">
                <a:solidFill>
                  <a:schemeClr val="bg1"/>
                </a:solidFill>
                <a:latin typeface="Poppins" pitchFamily="2" charset="77"/>
                <a:cs typeface="Poppins" pitchFamily="2" charset="77"/>
              </a:defRPr>
            </a:lvl1pPr>
            <a:lvl2pPr marL="457200" indent="0">
              <a:buNone/>
              <a:defRPr/>
            </a:lvl2pPr>
            <a:lvl3pPr marL="914400" indent="0">
              <a:buNone/>
              <a:defRPr/>
            </a:lvl3pPr>
            <a:lvl4pPr marL="1371600" indent="0">
              <a:buNone/>
              <a:defRPr/>
            </a:lvl4pPr>
            <a:lvl5pPr marL="1828800" indent="0">
              <a:buNone/>
              <a:defRPr/>
            </a:lvl5pPr>
          </a:lstStyle>
          <a:p>
            <a:pPr lvl="0"/>
            <a:r>
              <a:rPr lang="en-GB"/>
              <a:t>Click to edit:</a:t>
            </a:r>
          </a:p>
        </p:txBody>
      </p:sp>
      <p:sp>
        <p:nvSpPr>
          <p:cNvPr id="22" name="AutoShape 11">
            <a:extLst>
              <a:ext uri="{FF2B5EF4-FFF2-40B4-BE49-F238E27FC236}">
                <a16:creationId xmlns:a16="http://schemas.microsoft.com/office/drawing/2014/main" id="{C5612044-FC7C-F316-248E-5E22D7D52A42}"/>
              </a:ext>
            </a:extLst>
          </p:cNvPr>
          <p:cNvSpPr/>
          <p:nvPr userDrawn="1"/>
        </p:nvSpPr>
        <p:spPr>
          <a:xfrm flipH="1" flipV="1">
            <a:off x="273284" y="3349339"/>
            <a:ext cx="1931546" cy="1597424"/>
          </a:xfrm>
          <a:prstGeom prst="line">
            <a:avLst/>
          </a:prstGeom>
          <a:ln w="142875" cap="flat">
            <a:solidFill>
              <a:schemeClr val="bg1"/>
            </a:solidFill>
            <a:prstDash val="solid"/>
            <a:headEnd type="none" w="sm" len="sm"/>
            <a:tailEnd type="none" w="sm" len="sm"/>
          </a:ln>
        </p:spPr>
        <p:txBody>
          <a:bodyPr/>
          <a:lstStyle/>
          <a:p>
            <a:endParaRPr lang="it-IT"/>
          </a:p>
        </p:txBody>
      </p:sp>
      <p:sp>
        <p:nvSpPr>
          <p:cNvPr id="23" name="AutoShape 12">
            <a:extLst>
              <a:ext uri="{FF2B5EF4-FFF2-40B4-BE49-F238E27FC236}">
                <a16:creationId xmlns:a16="http://schemas.microsoft.com/office/drawing/2014/main" id="{164DA4D7-36D1-826B-F814-6C2D7B433B2A}"/>
              </a:ext>
            </a:extLst>
          </p:cNvPr>
          <p:cNvSpPr/>
          <p:nvPr userDrawn="1"/>
        </p:nvSpPr>
        <p:spPr>
          <a:xfrm flipV="1">
            <a:off x="1428046" y="4993684"/>
            <a:ext cx="415156" cy="1514123"/>
          </a:xfrm>
          <a:prstGeom prst="line">
            <a:avLst/>
          </a:prstGeom>
          <a:ln w="142875" cap="flat">
            <a:solidFill>
              <a:schemeClr val="bg1"/>
            </a:solidFill>
            <a:prstDash val="solid"/>
            <a:headEnd type="none" w="sm" len="sm"/>
            <a:tailEnd type="none" w="sm" len="sm"/>
          </a:ln>
        </p:spPr>
        <p:txBody>
          <a:bodyPr/>
          <a:lstStyle/>
          <a:p>
            <a:endParaRPr lang="it-IT"/>
          </a:p>
        </p:txBody>
      </p:sp>
      <p:sp>
        <p:nvSpPr>
          <p:cNvPr id="27" name="AutoShape 11">
            <a:extLst>
              <a:ext uri="{FF2B5EF4-FFF2-40B4-BE49-F238E27FC236}">
                <a16:creationId xmlns:a16="http://schemas.microsoft.com/office/drawing/2014/main" id="{31BEEC61-5BEF-94EF-0400-0B1E345AC8F4}"/>
              </a:ext>
            </a:extLst>
          </p:cNvPr>
          <p:cNvSpPr/>
          <p:nvPr userDrawn="1"/>
        </p:nvSpPr>
        <p:spPr>
          <a:xfrm flipH="1" flipV="1">
            <a:off x="10381111" y="210723"/>
            <a:ext cx="1931546" cy="1597424"/>
          </a:xfrm>
          <a:prstGeom prst="line">
            <a:avLst/>
          </a:prstGeom>
          <a:ln w="142875" cap="flat">
            <a:solidFill>
              <a:schemeClr val="bg1"/>
            </a:solidFill>
            <a:prstDash val="solid"/>
            <a:headEnd type="none" w="sm" len="sm"/>
            <a:tailEnd type="none" w="sm" len="sm"/>
          </a:ln>
        </p:spPr>
        <p:txBody>
          <a:bodyPr/>
          <a:lstStyle/>
          <a:p>
            <a:endParaRPr lang="it-IT"/>
          </a:p>
        </p:txBody>
      </p:sp>
      <p:pic>
        <p:nvPicPr>
          <p:cNvPr id="4" name="Picture 3" descr="A white text on a black background&#10;&#10;Description automatically generated">
            <a:extLst>
              <a:ext uri="{FF2B5EF4-FFF2-40B4-BE49-F238E27FC236}">
                <a16:creationId xmlns:a16="http://schemas.microsoft.com/office/drawing/2014/main" id="{3FDD4080-B396-0E43-85EF-296B44F08155}"/>
              </a:ext>
            </a:extLst>
          </p:cNvPr>
          <p:cNvPicPr>
            <a:picLocks noChangeAspect="1"/>
          </p:cNvPicPr>
          <p:nvPr userDrawn="1"/>
        </p:nvPicPr>
        <p:blipFill>
          <a:blip r:embed="rId2"/>
          <a:stretch>
            <a:fillRect/>
          </a:stretch>
        </p:blipFill>
        <p:spPr>
          <a:xfrm>
            <a:off x="193775" y="184788"/>
            <a:ext cx="3550589" cy="870431"/>
          </a:xfrm>
          <a:prstGeom prst="rect">
            <a:avLst/>
          </a:prstGeom>
        </p:spPr>
      </p:pic>
      <p:sp>
        <p:nvSpPr>
          <p:cNvPr id="5" name="Freeform 6">
            <a:extLst>
              <a:ext uri="{FF2B5EF4-FFF2-40B4-BE49-F238E27FC236}">
                <a16:creationId xmlns:a16="http://schemas.microsoft.com/office/drawing/2014/main" id="{B112F77E-C008-23E2-EBC5-B2CDF2BFE53B}"/>
              </a:ext>
            </a:extLst>
          </p:cNvPr>
          <p:cNvSpPr/>
          <p:nvPr userDrawn="1"/>
        </p:nvSpPr>
        <p:spPr>
          <a:xfrm>
            <a:off x="-1043880" y="1901286"/>
            <a:ext cx="2031040" cy="203104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chemeClr val="accent2"/>
          </a:solidFill>
        </p:spPr>
        <p:txBody>
          <a:bodyPr/>
          <a:lstStyle/>
          <a:p>
            <a:endParaRPr lang="it-IT"/>
          </a:p>
        </p:txBody>
      </p:sp>
      <p:sp>
        <p:nvSpPr>
          <p:cNvPr id="6" name="Freeform 6">
            <a:extLst>
              <a:ext uri="{FF2B5EF4-FFF2-40B4-BE49-F238E27FC236}">
                <a16:creationId xmlns:a16="http://schemas.microsoft.com/office/drawing/2014/main" id="{0A96BDDD-B061-6F54-4CEB-A804855E9F15}"/>
              </a:ext>
            </a:extLst>
          </p:cNvPr>
          <p:cNvSpPr/>
          <p:nvPr userDrawn="1"/>
        </p:nvSpPr>
        <p:spPr>
          <a:xfrm>
            <a:off x="1371118" y="4193836"/>
            <a:ext cx="1096599" cy="1096599"/>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chemeClr val="accent5"/>
          </a:solidFill>
        </p:spPr>
        <p:txBody>
          <a:bodyPr/>
          <a:lstStyle/>
          <a:p>
            <a:endParaRPr lang="it-IT"/>
          </a:p>
        </p:txBody>
      </p:sp>
      <p:sp>
        <p:nvSpPr>
          <p:cNvPr id="8" name="Freeform 6">
            <a:extLst>
              <a:ext uri="{FF2B5EF4-FFF2-40B4-BE49-F238E27FC236}">
                <a16:creationId xmlns:a16="http://schemas.microsoft.com/office/drawing/2014/main" id="{0E1628D5-09D3-ED34-BDEC-37B7C79F59C9}"/>
              </a:ext>
            </a:extLst>
          </p:cNvPr>
          <p:cNvSpPr/>
          <p:nvPr userDrawn="1"/>
        </p:nvSpPr>
        <p:spPr>
          <a:xfrm>
            <a:off x="504795" y="6007982"/>
            <a:ext cx="1700035" cy="1700035"/>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FB3F8"/>
          </a:solidFill>
        </p:spPr>
        <p:txBody>
          <a:bodyPr/>
          <a:lstStyle/>
          <a:p>
            <a:endParaRPr lang="it-IT"/>
          </a:p>
        </p:txBody>
      </p:sp>
      <p:sp>
        <p:nvSpPr>
          <p:cNvPr id="9" name="Freeform 6">
            <a:extLst>
              <a:ext uri="{FF2B5EF4-FFF2-40B4-BE49-F238E27FC236}">
                <a16:creationId xmlns:a16="http://schemas.microsoft.com/office/drawing/2014/main" id="{6A78C912-906D-75F7-C54A-924D7027748C}"/>
              </a:ext>
            </a:extLst>
          </p:cNvPr>
          <p:cNvSpPr/>
          <p:nvPr userDrawn="1"/>
        </p:nvSpPr>
        <p:spPr>
          <a:xfrm>
            <a:off x="9410171" y="-775652"/>
            <a:ext cx="1551303" cy="1551303"/>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chemeClr val="accent1"/>
          </a:solidFill>
        </p:spPr>
        <p:txBody>
          <a:bodyPr/>
          <a:lstStyle/>
          <a:p>
            <a:endParaRPr lang="it-IT"/>
          </a:p>
        </p:txBody>
      </p:sp>
      <p:sp>
        <p:nvSpPr>
          <p:cNvPr id="10" name="Freeform 6">
            <a:extLst>
              <a:ext uri="{FF2B5EF4-FFF2-40B4-BE49-F238E27FC236}">
                <a16:creationId xmlns:a16="http://schemas.microsoft.com/office/drawing/2014/main" id="{A0A6F875-8484-E756-B2C8-34A38824065D}"/>
              </a:ext>
            </a:extLst>
          </p:cNvPr>
          <p:cNvSpPr/>
          <p:nvPr userDrawn="1"/>
        </p:nvSpPr>
        <p:spPr>
          <a:xfrm>
            <a:off x="11478945" y="1055220"/>
            <a:ext cx="1096599" cy="1096599"/>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chemeClr val="accent3"/>
          </a:solidFill>
        </p:spPr>
        <p:txBody>
          <a:bodyPr/>
          <a:lstStyle/>
          <a:p>
            <a:endParaRPr lang="it-IT"/>
          </a:p>
        </p:txBody>
      </p:sp>
      <p:grpSp>
        <p:nvGrpSpPr>
          <p:cNvPr id="33" name="Group 32">
            <a:extLst>
              <a:ext uri="{FF2B5EF4-FFF2-40B4-BE49-F238E27FC236}">
                <a16:creationId xmlns:a16="http://schemas.microsoft.com/office/drawing/2014/main" id="{C5CA4DEA-E575-7D39-BF04-3EF602410769}"/>
              </a:ext>
            </a:extLst>
          </p:cNvPr>
          <p:cNvGrpSpPr/>
          <p:nvPr userDrawn="1"/>
        </p:nvGrpSpPr>
        <p:grpSpPr>
          <a:xfrm>
            <a:off x="2555190" y="5958082"/>
            <a:ext cx="9438031" cy="717889"/>
            <a:chOff x="2555190" y="5958082"/>
            <a:chExt cx="9438031" cy="717889"/>
          </a:xfrm>
        </p:grpSpPr>
        <p:pic>
          <p:nvPicPr>
            <p:cNvPr id="21" name="Picture 20" descr="A black and white flag with stars in a circle&#10;&#10;Description automatically generated">
              <a:extLst>
                <a:ext uri="{FF2B5EF4-FFF2-40B4-BE49-F238E27FC236}">
                  <a16:creationId xmlns:a16="http://schemas.microsoft.com/office/drawing/2014/main" id="{76FCFCFE-54A8-BD03-B124-88DE8DFDD342}"/>
                </a:ext>
              </a:extLst>
            </p:cNvPr>
            <p:cNvPicPr>
              <a:picLocks noChangeAspect="1"/>
            </p:cNvPicPr>
            <p:nvPr userDrawn="1"/>
          </p:nvPicPr>
          <p:blipFill>
            <a:blip r:embed="rId3"/>
            <a:stretch>
              <a:fillRect/>
            </a:stretch>
          </p:blipFill>
          <p:spPr>
            <a:xfrm>
              <a:off x="11313282" y="5958082"/>
              <a:ext cx="679939" cy="717889"/>
            </a:xfrm>
            <a:prstGeom prst="rect">
              <a:avLst/>
            </a:prstGeom>
          </p:spPr>
        </p:pic>
        <p:cxnSp>
          <p:nvCxnSpPr>
            <p:cNvPr id="30" name="Straight Connector 29">
              <a:extLst>
                <a:ext uri="{FF2B5EF4-FFF2-40B4-BE49-F238E27FC236}">
                  <a16:creationId xmlns:a16="http://schemas.microsoft.com/office/drawing/2014/main" id="{5CB0B534-DFDB-76D0-E0FC-3B70CB6C361A}"/>
                </a:ext>
              </a:extLst>
            </p:cNvPr>
            <p:cNvCxnSpPr>
              <a:cxnSpLocks/>
            </p:cNvCxnSpPr>
            <p:nvPr userDrawn="1"/>
          </p:nvCxnSpPr>
          <p:spPr>
            <a:xfrm>
              <a:off x="11224439" y="6007982"/>
              <a:ext cx="0" cy="639295"/>
            </a:xfrm>
            <a:prstGeom prst="line">
              <a:avLst/>
            </a:prstGeom>
            <a:ln w="12700">
              <a:solidFill>
                <a:schemeClr val="bg1"/>
              </a:solidFill>
            </a:ln>
          </p:spPr>
          <p:style>
            <a:lnRef idx="2">
              <a:schemeClr val="accent1"/>
            </a:lnRef>
            <a:fillRef idx="0">
              <a:schemeClr val="accent1"/>
            </a:fillRef>
            <a:effectRef idx="1">
              <a:schemeClr val="accent1"/>
            </a:effectRef>
            <a:fontRef idx="minor">
              <a:schemeClr val="tx1"/>
            </a:fontRef>
          </p:style>
        </p:cxnSp>
        <p:sp>
          <p:nvSpPr>
            <p:cNvPr id="31" name="TextBox 30">
              <a:extLst>
                <a:ext uri="{FF2B5EF4-FFF2-40B4-BE49-F238E27FC236}">
                  <a16:creationId xmlns:a16="http://schemas.microsoft.com/office/drawing/2014/main" id="{6A026EFF-D1AA-BC5F-529C-A4BFF2CA2503}"/>
                </a:ext>
              </a:extLst>
            </p:cNvPr>
            <p:cNvSpPr txBox="1"/>
            <p:nvPr userDrawn="1"/>
          </p:nvSpPr>
          <p:spPr>
            <a:xfrm>
              <a:off x="2555190" y="6131557"/>
              <a:ext cx="8624828" cy="369332"/>
            </a:xfrm>
            <a:prstGeom prst="rect">
              <a:avLst/>
            </a:prstGeom>
            <a:noFill/>
          </p:spPr>
          <p:txBody>
            <a:bodyPr wrap="square" rtlCol="0" anchor="ctr">
              <a:spAutoFit/>
            </a:bodyPr>
            <a:lstStyle/>
            <a:p>
              <a:pPr algn="r"/>
              <a:r>
                <a:rPr lang="en-GB" sz="900">
                  <a:solidFill>
                    <a:schemeClr val="bg1"/>
                  </a:solidFill>
                  <a:effectLst/>
                  <a:latin typeface="Helvetica Neue" panose="02000503000000020004" pitchFamily="2" charset="0"/>
                </a:rPr>
                <a:t>Co-funded by the European Union. Views and opinions expressed are however those of the author(s) only and do not necessarily reflect those of the European Union or the European Education and Culture Executive Agency (EACEA). Neither the European Union nor EACEA can be held responsible for them.</a:t>
              </a:r>
            </a:p>
          </p:txBody>
        </p:sp>
      </p:grpSp>
    </p:spTree>
    <p:extLst>
      <p:ext uri="{BB962C8B-B14F-4D97-AF65-F5344CB8AC3E}">
        <p14:creationId xmlns:p14="http://schemas.microsoft.com/office/powerpoint/2010/main" val="428330131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able of Content_White Background">
    <p:spTree>
      <p:nvGrpSpPr>
        <p:cNvPr id="1" name=""/>
        <p:cNvGrpSpPr/>
        <p:nvPr/>
      </p:nvGrpSpPr>
      <p:grpSpPr>
        <a:xfrm>
          <a:off x="0" y="0"/>
          <a:ext cx="0" cy="0"/>
          <a:chOff x="0" y="0"/>
          <a:chExt cx="0" cy="0"/>
        </a:xfrm>
      </p:grpSpPr>
      <p:sp>
        <p:nvSpPr>
          <p:cNvPr id="26" name="AutoShape 11">
            <a:extLst>
              <a:ext uri="{FF2B5EF4-FFF2-40B4-BE49-F238E27FC236}">
                <a16:creationId xmlns:a16="http://schemas.microsoft.com/office/drawing/2014/main" id="{F1AA8C23-A566-57EE-3ACA-4C3D299936EF}"/>
              </a:ext>
            </a:extLst>
          </p:cNvPr>
          <p:cNvSpPr/>
          <p:nvPr userDrawn="1"/>
        </p:nvSpPr>
        <p:spPr>
          <a:xfrm flipH="1" flipV="1">
            <a:off x="0" y="1895207"/>
            <a:ext cx="1482811" cy="2009528"/>
          </a:xfrm>
          <a:prstGeom prst="line">
            <a:avLst/>
          </a:prstGeom>
          <a:ln w="142875" cap="flat">
            <a:solidFill>
              <a:srgbClr val="0E145D"/>
            </a:solidFill>
            <a:prstDash val="solid"/>
            <a:headEnd type="none" w="sm" len="sm"/>
            <a:tailEnd type="none" w="sm" len="sm"/>
          </a:ln>
        </p:spPr>
        <p:txBody>
          <a:bodyPr/>
          <a:lstStyle/>
          <a:p>
            <a:endParaRPr lang="it-IT"/>
          </a:p>
        </p:txBody>
      </p:sp>
      <p:sp>
        <p:nvSpPr>
          <p:cNvPr id="27" name="AutoShape 12">
            <a:extLst>
              <a:ext uri="{FF2B5EF4-FFF2-40B4-BE49-F238E27FC236}">
                <a16:creationId xmlns:a16="http://schemas.microsoft.com/office/drawing/2014/main" id="{F118FF28-D98B-CB8F-9759-F57C6EA31BE6}"/>
              </a:ext>
            </a:extLst>
          </p:cNvPr>
          <p:cNvSpPr/>
          <p:nvPr userDrawn="1"/>
        </p:nvSpPr>
        <p:spPr>
          <a:xfrm flipV="1">
            <a:off x="-477857" y="3930435"/>
            <a:ext cx="1960667" cy="1475359"/>
          </a:xfrm>
          <a:prstGeom prst="line">
            <a:avLst/>
          </a:prstGeom>
          <a:ln w="142875" cap="flat">
            <a:solidFill>
              <a:srgbClr val="0E145D"/>
            </a:solidFill>
            <a:prstDash val="solid"/>
            <a:headEnd type="none" w="sm" len="sm"/>
            <a:tailEnd type="none" w="sm" len="sm"/>
          </a:ln>
        </p:spPr>
        <p:txBody>
          <a:bodyPr/>
          <a:lstStyle/>
          <a:p>
            <a:endParaRPr lang="it-IT"/>
          </a:p>
        </p:txBody>
      </p:sp>
      <p:grpSp>
        <p:nvGrpSpPr>
          <p:cNvPr id="5" name="Group 5">
            <a:extLst>
              <a:ext uri="{FF2B5EF4-FFF2-40B4-BE49-F238E27FC236}">
                <a16:creationId xmlns:a16="http://schemas.microsoft.com/office/drawing/2014/main" id="{36E74DE6-3288-23FE-914B-817ECE403687}"/>
              </a:ext>
            </a:extLst>
          </p:cNvPr>
          <p:cNvGrpSpPr/>
          <p:nvPr userDrawn="1"/>
        </p:nvGrpSpPr>
        <p:grpSpPr>
          <a:xfrm>
            <a:off x="934511" y="3396267"/>
            <a:ext cx="1096599" cy="1096599"/>
            <a:chOff x="0" y="0"/>
            <a:chExt cx="812800" cy="812800"/>
          </a:xfrm>
        </p:grpSpPr>
        <p:sp>
          <p:nvSpPr>
            <p:cNvPr id="6" name="Freeform 6">
              <a:extLst>
                <a:ext uri="{FF2B5EF4-FFF2-40B4-BE49-F238E27FC236}">
                  <a16:creationId xmlns:a16="http://schemas.microsoft.com/office/drawing/2014/main" id="{492D3BCB-C6C5-8753-0656-2170C40E200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FB3F8"/>
            </a:solidFill>
          </p:spPr>
          <p:txBody>
            <a:bodyPr/>
            <a:lstStyle/>
            <a:p>
              <a:endParaRPr lang="it-IT"/>
            </a:p>
          </p:txBody>
        </p:sp>
        <p:sp>
          <p:nvSpPr>
            <p:cNvPr id="22" name="TextBox 7">
              <a:extLst>
                <a:ext uri="{FF2B5EF4-FFF2-40B4-BE49-F238E27FC236}">
                  <a16:creationId xmlns:a16="http://schemas.microsoft.com/office/drawing/2014/main" id="{077B2C95-0416-BAF3-82AF-83600CAD25DA}"/>
                </a:ext>
              </a:extLst>
            </p:cNvPr>
            <p:cNvSpPr txBox="1"/>
            <p:nvPr/>
          </p:nvSpPr>
          <p:spPr>
            <a:xfrm>
              <a:off x="76200" y="19050"/>
              <a:ext cx="660400" cy="717550"/>
            </a:xfrm>
            <a:prstGeom prst="rect">
              <a:avLst/>
            </a:prstGeom>
          </p:spPr>
          <p:txBody>
            <a:bodyPr lIns="18437" tIns="18437" rIns="18437" bIns="18437" rtlCol="0" anchor="ctr"/>
            <a:lstStyle/>
            <a:p>
              <a:pPr algn="ctr">
                <a:lnSpc>
                  <a:spcPts val="2947"/>
                </a:lnSpc>
              </a:pPr>
              <a:endParaRPr/>
            </a:p>
          </p:txBody>
        </p:sp>
      </p:grpSp>
      <p:grpSp>
        <p:nvGrpSpPr>
          <p:cNvPr id="23" name="Group 8">
            <a:extLst>
              <a:ext uri="{FF2B5EF4-FFF2-40B4-BE49-F238E27FC236}">
                <a16:creationId xmlns:a16="http://schemas.microsoft.com/office/drawing/2014/main" id="{A18A1D2B-0816-C77D-9839-D16DC16A7E0E}"/>
              </a:ext>
            </a:extLst>
          </p:cNvPr>
          <p:cNvGrpSpPr/>
          <p:nvPr userDrawn="1"/>
        </p:nvGrpSpPr>
        <p:grpSpPr>
          <a:xfrm>
            <a:off x="-588131" y="1307076"/>
            <a:ext cx="1176262" cy="1176262"/>
            <a:chOff x="0" y="0"/>
            <a:chExt cx="812800" cy="812800"/>
          </a:xfrm>
        </p:grpSpPr>
        <p:sp>
          <p:nvSpPr>
            <p:cNvPr id="24" name="Freeform 9">
              <a:extLst>
                <a:ext uri="{FF2B5EF4-FFF2-40B4-BE49-F238E27FC236}">
                  <a16:creationId xmlns:a16="http://schemas.microsoft.com/office/drawing/2014/main" id="{1631EB92-F6C7-6B1E-815D-024EB3AD35DE}"/>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CDD55"/>
            </a:solidFill>
          </p:spPr>
          <p:txBody>
            <a:bodyPr/>
            <a:lstStyle/>
            <a:p>
              <a:endParaRPr lang="it-IT"/>
            </a:p>
          </p:txBody>
        </p:sp>
        <p:sp>
          <p:nvSpPr>
            <p:cNvPr id="25" name="TextBox 10">
              <a:extLst>
                <a:ext uri="{FF2B5EF4-FFF2-40B4-BE49-F238E27FC236}">
                  <a16:creationId xmlns:a16="http://schemas.microsoft.com/office/drawing/2014/main" id="{B6110C2C-6A51-DC8C-4687-9E86062230E2}"/>
                </a:ext>
              </a:extLst>
            </p:cNvPr>
            <p:cNvSpPr txBox="1"/>
            <p:nvPr/>
          </p:nvSpPr>
          <p:spPr>
            <a:xfrm>
              <a:off x="76200" y="19050"/>
              <a:ext cx="660400" cy="717550"/>
            </a:xfrm>
            <a:prstGeom prst="rect">
              <a:avLst/>
            </a:prstGeom>
          </p:spPr>
          <p:txBody>
            <a:bodyPr lIns="18437" tIns="18437" rIns="18437" bIns="18437" rtlCol="0" anchor="ctr"/>
            <a:lstStyle/>
            <a:p>
              <a:pPr algn="ctr">
                <a:lnSpc>
                  <a:spcPts val="2947"/>
                </a:lnSpc>
              </a:pPr>
              <a:endParaRPr/>
            </a:p>
          </p:txBody>
        </p:sp>
      </p:grpSp>
      <p:grpSp>
        <p:nvGrpSpPr>
          <p:cNvPr id="28" name="Group 13">
            <a:extLst>
              <a:ext uri="{FF2B5EF4-FFF2-40B4-BE49-F238E27FC236}">
                <a16:creationId xmlns:a16="http://schemas.microsoft.com/office/drawing/2014/main" id="{15743FF6-CDCF-1100-6076-6DE898F1C0B7}"/>
              </a:ext>
            </a:extLst>
          </p:cNvPr>
          <p:cNvGrpSpPr/>
          <p:nvPr userDrawn="1"/>
        </p:nvGrpSpPr>
        <p:grpSpPr>
          <a:xfrm>
            <a:off x="10966256" y="5212514"/>
            <a:ext cx="3290972" cy="3290972"/>
            <a:chOff x="0" y="0"/>
            <a:chExt cx="812800" cy="812800"/>
          </a:xfrm>
        </p:grpSpPr>
        <p:sp>
          <p:nvSpPr>
            <p:cNvPr id="29" name="Freeform 14">
              <a:extLst>
                <a:ext uri="{FF2B5EF4-FFF2-40B4-BE49-F238E27FC236}">
                  <a16:creationId xmlns:a16="http://schemas.microsoft.com/office/drawing/2014/main" id="{16FBE27D-2AAD-3A9E-93F3-C5047FADE5D4}"/>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ED300"/>
            </a:solidFill>
          </p:spPr>
          <p:txBody>
            <a:bodyPr/>
            <a:lstStyle/>
            <a:p>
              <a:endParaRPr lang="it-IT"/>
            </a:p>
          </p:txBody>
        </p:sp>
        <p:sp>
          <p:nvSpPr>
            <p:cNvPr id="30" name="TextBox 15">
              <a:extLst>
                <a:ext uri="{FF2B5EF4-FFF2-40B4-BE49-F238E27FC236}">
                  <a16:creationId xmlns:a16="http://schemas.microsoft.com/office/drawing/2014/main" id="{17D803A3-9B18-2091-9EDF-A3AABF0DF617}"/>
                </a:ext>
              </a:extLst>
            </p:cNvPr>
            <p:cNvSpPr txBox="1"/>
            <p:nvPr/>
          </p:nvSpPr>
          <p:spPr>
            <a:xfrm>
              <a:off x="76200" y="19050"/>
              <a:ext cx="660400" cy="717550"/>
            </a:xfrm>
            <a:prstGeom prst="rect">
              <a:avLst/>
            </a:prstGeom>
          </p:spPr>
          <p:txBody>
            <a:bodyPr lIns="50800" tIns="50800" rIns="50800" bIns="50800" rtlCol="0" anchor="ctr"/>
            <a:lstStyle/>
            <a:p>
              <a:pPr algn="ctr">
                <a:lnSpc>
                  <a:spcPts val="3080"/>
                </a:lnSpc>
              </a:pPr>
              <a:endParaRPr/>
            </a:p>
          </p:txBody>
        </p:sp>
      </p:grpSp>
      <p:sp>
        <p:nvSpPr>
          <p:cNvPr id="32" name="Freeform 2">
            <a:extLst>
              <a:ext uri="{FF2B5EF4-FFF2-40B4-BE49-F238E27FC236}">
                <a16:creationId xmlns:a16="http://schemas.microsoft.com/office/drawing/2014/main" id="{0EE2A61F-4321-3A40-239A-5133EE46AAD1}"/>
              </a:ext>
            </a:extLst>
          </p:cNvPr>
          <p:cNvSpPr/>
          <p:nvPr userDrawn="1"/>
        </p:nvSpPr>
        <p:spPr>
          <a:xfrm>
            <a:off x="9962501" y="184789"/>
            <a:ext cx="2007511" cy="493128"/>
          </a:xfrm>
          <a:custGeom>
            <a:avLst/>
            <a:gdLst/>
            <a:ahLst/>
            <a:cxnLst/>
            <a:rect l="l" t="t" r="r" b="b"/>
            <a:pathLst>
              <a:path w="3195166" h="784865">
                <a:moveTo>
                  <a:pt x="0" y="0"/>
                </a:moveTo>
                <a:lnTo>
                  <a:pt x="3195166" y="0"/>
                </a:lnTo>
                <a:lnTo>
                  <a:pt x="3195166" y="784864"/>
                </a:lnTo>
                <a:lnTo>
                  <a:pt x="0" y="784864"/>
                </a:lnTo>
                <a:lnTo>
                  <a:pt x="0" y="0"/>
                </a:lnTo>
                <a:close/>
              </a:path>
            </a:pathLst>
          </a:custGeom>
          <a:blipFill>
            <a:blip r:embed="rId2"/>
            <a:stretch>
              <a:fillRect/>
            </a:stretch>
          </a:blipFill>
        </p:spPr>
        <p:txBody>
          <a:bodyPr/>
          <a:lstStyle/>
          <a:p>
            <a:endParaRPr lang="it-IT"/>
          </a:p>
        </p:txBody>
      </p:sp>
      <p:sp>
        <p:nvSpPr>
          <p:cNvPr id="36" name="Title 35">
            <a:extLst>
              <a:ext uri="{FF2B5EF4-FFF2-40B4-BE49-F238E27FC236}">
                <a16:creationId xmlns:a16="http://schemas.microsoft.com/office/drawing/2014/main" id="{0EC52AA9-1977-65DB-F539-DEABF9A83683}"/>
              </a:ext>
            </a:extLst>
          </p:cNvPr>
          <p:cNvSpPr>
            <a:spLocks noGrp="1"/>
          </p:cNvSpPr>
          <p:nvPr>
            <p:ph type="title" hasCustomPrompt="1"/>
          </p:nvPr>
        </p:nvSpPr>
        <p:spPr/>
        <p:txBody>
          <a:bodyPr>
            <a:normAutofit/>
          </a:bodyPr>
          <a:lstStyle>
            <a:lvl1pPr>
              <a:lnSpc>
                <a:spcPct val="100000"/>
              </a:lnSpc>
              <a:defRPr sz="4800" b="1">
                <a:latin typeface="Poppins" pitchFamily="2" charset="77"/>
                <a:cs typeface="Poppins" pitchFamily="2" charset="77"/>
              </a:defRPr>
            </a:lvl1pPr>
          </a:lstStyle>
          <a:p>
            <a:r>
              <a:rPr lang="en-GB"/>
              <a:t>Table of content</a:t>
            </a:r>
            <a:endParaRPr lang="it-IT"/>
          </a:p>
        </p:txBody>
      </p:sp>
      <p:sp>
        <p:nvSpPr>
          <p:cNvPr id="38" name="Text Placeholder 37">
            <a:extLst>
              <a:ext uri="{FF2B5EF4-FFF2-40B4-BE49-F238E27FC236}">
                <a16:creationId xmlns:a16="http://schemas.microsoft.com/office/drawing/2014/main" id="{FC69C01F-4184-AF81-7F17-968B192CDFFD}"/>
              </a:ext>
            </a:extLst>
          </p:cNvPr>
          <p:cNvSpPr>
            <a:spLocks noGrp="1"/>
          </p:cNvSpPr>
          <p:nvPr>
            <p:ph type="body" sz="quarter" idx="10" hasCustomPrompt="1"/>
          </p:nvPr>
        </p:nvSpPr>
        <p:spPr>
          <a:xfrm>
            <a:off x="2417322" y="1713915"/>
            <a:ext cx="4073126" cy="4170800"/>
          </a:xfrm>
        </p:spPr>
        <p:txBody>
          <a:bodyPr>
            <a:normAutofit/>
          </a:bodyPr>
          <a:lstStyle>
            <a:lvl1pPr marL="0" indent="0">
              <a:lnSpc>
                <a:spcPct val="100000"/>
              </a:lnSpc>
              <a:buNone/>
              <a:defRPr sz="2400">
                <a:solidFill>
                  <a:schemeClr val="bg2">
                    <a:lumMod val="10000"/>
                  </a:schemeClr>
                </a:solidFill>
                <a:latin typeface="Poppins" pitchFamily="2" charset="77"/>
                <a:cs typeface="Poppins" pitchFamily="2" charset="77"/>
              </a:defRPr>
            </a:lvl1pPr>
            <a:lvl2pPr marL="457200" indent="0">
              <a:lnSpc>
                <a:spcPct val="100000"/>
              </a:lnSpc>
              <a:buNone/>
              <a:defRPr sz="2000">
                <a:solidFill>
                  <a:schemeClr val="bg2">
                    <a:lumMod val="10000"/>
                  </a:schemeClr>
                </a:solidFill>
                <a:latin typeface="Poppins" pitchFamily="2" charset="77"/>
                <a:cs typeface="Poppins" pitchFamily="2" charset="77"/>
              </a:defRPr>
            </a:lvl2pPr>
            <a:lvl3pPr marL="914400" indent="0">
              <a:lnSpc>
                <a:spcPct val="100000"/>
              </a:lnSpc>
              <a:buNone/>
              <a:defRPr sz="1800">
                <a:solidFill>
                  <a:schemeClr val="bg2">
                    <a:lumMod val="10000"/>
                  </a:schemeClr>
                </a:solidFill>
                <a:latin typeface="Poppins" pitchFamily="2" charset="77"/>
                <a:cs typeface="Poppins" pitchFamily="2" charset="77"/>
              </a:defRPr>
            </a:lvl3pPr>
            <a:lvl4pPr marL="1371600" indent="0">
              <a:lnSpc>
                <a:spcPct val="100000"/>
              </a:lnSpc>
              <a:buNone/>
              <a:defRPr sz="1600">
                <a:solidFill>
                  <a:schemeClr val="bg2">
                    <a:lumMod val="10000"/>
                  </a:schemeClr>
                </a:solidFill>
                <a:latin typeface="Poppins" pitchFamily="2" charset="77"/>
                <a:cs typeface="Poppins" pitchFamily="2" charset="77"/>
              </a:defRPr>
            </a:lvl4pPr>
            <a:lvl5pPr marL="1828800" indent="0">
              <a:lnSpc>
                <a:spcPct val="100000"/>
              </a:lnSpc>
              <a:buNone/>
              <a:defRPr sz="1600">
                <a:solidFill>
                  <a:schemeClr val="bg2">
                    <a:lumMod val="10000"/>
                  </a:schemeClr>
                </a:solidFill>
                <a:latin typeface="Poppins" pitchFamily="2" charset="77"/>
                <a:cs typeface="Poppins" pitchFamily="2" charset="77"/>
              </a:defRPr>
            </a:lvl5pPr>
          </a:lstStyle>
          <a:p>
            <a:pPr lvl="0"/>
            <a:r>
              <a:rPr lang="en-GB"/>
              <a:t>Click to edit text</a:t>
            </a:r>
          </a:p>
          <a:p>
            <a:pPr lvl="1"/>
            <a:r>
              <a:rPr lang="en-GB"/>
              <a:t>Second level</a:t>
            </a:r>
          </a:p>
          <a:p>
            <a:pPr lvl="2"/>
            <a:r>
              <a:rPr lang="en-GB"/>
              <a:t>Third level</a:t>
            </a:r>
          </a:p>
          <a:p>
            <a:pPr lvl="3"/>
            <a:r>
              <a:rPr lang="en-GB"/>
              <a:t>Fourth level</a:t>
            </a:r>
          </a:p>
          <a:p>
            <a:pPr lvl="4"/>
            <a:r>
              <a:rPr lang="en-GB"/>
              <a:t>Fifth level</a:t>
            </a:r>
            <a:endParaRPr lang="it-IT"/>
          </a:p>
        </p:txBody>
      </p:sp>
      <p:sp>
        <p:nvSpPr>
          <p:cNvPr id="4" name="Text Placeholder 37">
            <a:extLst>
              <a:ext uri="{FF2B5EF4-FFF2-40B4-BE49-F238E27FC236}">
                <a16:creationId xmlns:a16="http://schemas.microsoft.com/office/drawing/2014/main" id="{A5FD1EF8-0A36-1568-8DA0-D38B99DE4D13}"/>
              </a:ext>
            </a:extLst>
          </p:cNvPr>
          <p:cNvSpPr>
            <a:spLocks noGrp="1"/>
          </p:cNvSpPr>
          <p:nvPr>
            <p:ph type="body" sz="quarter" idx="11" hasCustomPrompt="1"/>
          </p:nvPr>
        </p:nvSpPr>
        <p:spPr>
          <a:xfrm>
            <a:off x="7070004" y="1713915"/>
            <a:ext cx="4073126" cy="4170800"/>
          </a:xfrm>
        </p:spPr>
        <p:txBody>
          <a:bodyPr>
            <a:normAutofit/>
          </a:bodyPr>
          <a:lstStyle>
            <a:lvl1pPr marL="0" indent="0">
              <a:lnSpc>
                <a:spcPct val="100000"/>
              </a:lnSpc>
              <a:buNone/>
              <a:defRPr sz="2400">
                <a:solidFill>
                  <a:schemeClr val="bg2">
                    <a:lumMod val="10000"/>
                  </a:schemeClr>
                </a:solidFill>
                <a:latin typeface="Poppins" pitchFamily="2" charset="77"/>
                <a:cs typeface="Poppins" pitchFamily="2" charset="77"/>
              </a:defRPr>
            </a:lvl1pPr>
            <a:lvl2pPr marL="457200" indent="0">
              <a:lnSpc>
                <a:spcPct val="100000"/>
              </a:lnSpc>
              <a:buNone/>
              <a:defRPr sz="2000">
                <a:solidFill>
                  <a:schemeClr val="bg2">
                    <a:lumMod val="10000"/>
                  </a:schemeClr>
                </a:solidFill>
                <a:latin typeface="Poppins" pitchFamily="2" charset="77"/>
                <a:cs typeface="Poppins" pitchFamily="2" charset="77"/>
              </a:defRPr>
            </a:lvl2pPr>
            <a:lvl3pPr marL="914400" indent="0">
              <a:lnSpc>
                <a:spcPct val="100000"/>
              </a:lnSpc>
              <a:buNone/>
              <a:defRPr sz="1800">
                <a:solidFill>
                  <a:schemeClr val="bg2">
                    <a:lumMod val="10000"/>
                  </a:schemeClr>
                </a:solidFill>
                <a:latin typeface="Poppins" pitchFamily="2" charset="77"/>
                <a:cs typeface="Poppins" pitchFamily="2" charset="77"/>
              </a:defRPr>
            </a:lvl3pPr>
            <a:lvl4pPr marL="1371600" indent="0">
              <a:lnSpc>
                <a:spcPct val="100000"/>
              </a:lnSpc>
              <a:buNone/>
              <a:defRPr sz="1600">
                <a:solidFill>
                  <a:schemeClr val="bg2">
                    <a:lumMod val="10000"/>
                  </a:schemeClr>
                </a:solidFill>
                <a:latin typeface="Poppins" pitchFamily="2" charset="77"/>
                <a:cs typeface="Poppins" pitchFamily="2" charset="77"/>
              </a:defRPr>
            </a:lvl4pPr>
            <a:lvl5pPr marL="1828800" indent="0">
              <a:lnSpc>
                <a:spcPct val="100000"/>
              </a:lnSpc>
              <a:buNone/>
              <a:defRPr sz="1600">
                <a:solidFill>
                  <a:schemeClr val="bg2">
                    <a:lumMod val="10000"/>
                  </a:schemeClr>
                </a:solidFill>
                <a:latin typeface="Poppins" pitchFamily="2" charset="77"/>
                <a:cs typeface="Poppins" pitchFamily="2" charset="77"/>
              </a:defRPr>
            </a:lvl5pPr>
          </a:lstStyle>
          <a:p>
            <a:pPr lvl="0"/>
            <a:r>
              <a:rPr lang="en-GB"/>
              <a:t>Click to edit text</a:t>
            </a:r>
          </a:p>
          <a:p>
            <a:pPr lvl="1"/>
            <a:r>
              <a:rPr lang="en-GB"/>
              <a:t>Second level</a:t>
            </a:r>
          </a:p>
          <a:p>
            <a:pPr lvl="2"/>
            <a:r>
              <a:rPr lang="en-GB"/>
              <a:t>Third level</a:t>
            </a:r>
          </a:p>
          <a:p>
            <a:pPr lvl="3"/>
            <a:r>
              <a:rPr lang="en-GB"/>
              <a:t>Fourth level</a:t>
            </a:r>
          </a:p>
          <a:p>
            <a:pPr lvl="4"/>
            <a:r>
              <a:rPr lang="en-GB"/>
              <a:t>Fifth level</a:t>
            </a:r>
            <a:endParaRPr lang="it-IT"/>
          </a:p>
        </p:txBody>
      </p:sp>
      <p:grpSp>
        <p:nvGrpSpPr>
          <p:cNvPr id="14" name="Group 13">
            <a:extLst>
              <a:ext uri="{FF2B5EF4-FFF2-40B4-BE49-F238E27FC236}">
                <a16:creationId xmlns:a16="http://schemas.microsoft.com/office/drawing/2014/main" id="{9A6AADE8-7C13-E7E2-5765-C11AC1EA9C81}"/>
              </a:ext>
            </a:extLst>
          </p:cNvPr>
          <p:cNvGrpSpPr/>
          <p:nvPr userDrawn="1"/>
        </p:nvGrpSpPr>
        <p:grpSpPr>
          <a:xfrm>
            <a:off x="180661" y="5939963"/>
            <a:ext cx="9436421" cy="716282"/>
            <a:chOff x="180661" y="5939963"/>
            <a:chExt cx="9436421" cy="716282"/>
          </a:xfrm>
        </p:grpSpPr>
        <p:sp>
          <p:nvSpPr>
            <p:cNvPr id="2" name="Freeform 9">
              <a:extLst>
                <a:ext uri="{FF2B5EF4-FFF2-40B4-BE49-F238E27FC236}">
                  <a16:creationId xmlns:a16="http://schemas.microsoft.com/office/drawing/2014/main" id="{E9EB485A-5A4A-0032-F942-7434C7CCC42B}"/>
                </a:ext>
              </a:extLst>
            </p:cNvPr>
            <p:cNvSpPr/>
            <p:nvPr userDrawn="1"/>
          </p:nvSpPr>
          <p:spPr>
            <a:xfrm>
              <a:off x="180661" y="5939963"/>
              <a:ext cx="679938" cy="716282"/>
            </a:xfrm>
            <a:custGeom>
              <a:avLst/>
              <a:gdLst/>
              <a:ahLst/>
              <a:cxnLst/>
              <a:rect l="l" t="t" r="r" b="b"/>
              <a:pathLst>
                <a:path w="1163225" h="1225402">
                  <a:moveTo>
                    <a:pt x="0" y="0"/>
                  </a:moveTo>
                  <a:lnTo>
                    <a:pt x="1163225" y="0"/>
                  </a:lnTo>
                  <a:lnTo>
                    <a:pt x="1163225" y="1225402"/>
                  </a:lnTo>
                  <a:lnTo>
                    <a:pt x="0" y="1225402"/>
                  </a:lnTo>
                  <a:lnTo>
                    <a:pt x="0" y="0"/>
                  </a:lnTo>
                  <a:close/>
                </a:path>
              </a:pathLst>
            </a:custGeom>
            <a:blipFill>
              <a:blip r:embed="rId3"/>
              <a:stretch>
                <a:fillRect/>
              </a:stretch>
            </a:blipFill>
          </p:spPr>
          <p:txBody>
            <a:bodyPr/>
            <a:lstStyle/>
            <a:p>
              <a:endParaRPr lang="it-IT"/>
            </a:p>
          </p:txBody>
        </p:sp>
        <p:cxnSp>
          <p:nvCxnSpPr>
            <p:cNvPr id="7" name="Straight Connector 6">
              <a:extLst>
                <a:ext uri="{FF2B5EF4-FFF2-40B4-BE49-F238E27FC236}">
                  <a16:creationId xmlns:a16="http://schemas.microsoft.com/office/drawing/2014/main" id="{C54C6835-16B3-3704-A6C6-2672DB5B45B4}"/>
                </a:ext>
              </a:extLst>
            </p:cNvPr>
            <p:cNvCxnSpPr>
              <a:cxnSpLocks/>
            </p:cNvCxnSpPr>
            <p:nvPr userDrawn="1"/>
          </p:nvCxnSpPr>
          <p:spPr>
            <a:xfrm>
              <a:off x="949028" y="5989863"/>
              <a:ext cx="0" cy="639295"/>
            </a:xfrm>
            <a:prstGeom prst="line">
              <a:avLst/>
            </a:prstGeom>
            <a:ln w="12700">
              <a:solidFill>
                <a:srgbClr val="0D145C"/>
              </a:solidFill>
            </a:ln>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DB85017E-8BBA-323B-6B32-6FAE230CAA38}"/>
                </a:ext>
              </a:extLst>
            </p:cNvPr>
            <p:cNvSpPr txBox="1"/>
            <p:nvPr userDrawn="1"/>
          </p:nvSpPr>
          <p:spPr>
            <a:xfrm>
              <a:off x="992254" y="6113438"/>
              <a:ext cx="8624828" cy="369332"/>
            </a:xfrm>
            <a:prstGeom prst="rect">
              <a:avLst/>
            </a:prstGeom>
            <a:noFill/>
          </p:spPr>
          <p:txBody>
            <a:bodyPr wrap="square" rtlCol="0" anchor="ctr">
              <a:spAutoFit/>
            </a:bodyPr>
            <a:lstStyle/>
            <a:p>
              <a:pPr algn="l"/>
              <a:r>
                <a:rPr lang="en-GB" sz="900">
                  <a:effectLst/>
                  <a:latin typeface="Helvetica Neue" panose="02000503000000020004" pitchFamily="2" charset="0"/>
                </a:rPr>
                <a:t>Co-funded by the European Union. Views and opinions expressed are however those of the author(s) only and do not necessarily reflect those of the European Union or the European Education and Culture Executive Agency (EACEA). Neither the European Union nor EACEA can be held responsible for them.</a:t>
              </a:r>
            </a:p>
          </p:txBody>
        </p:sp>
      </p:grpSp>
    </p:spTree>
    <p:extLst>
      <p:ext uri="{BB962C8B-B14F-4D97-AF65-F5344CB8AC3E}">
        <p14:creationId xmlns:p14="http://schemas.microsoft.com/office/powerpoint/2010/main" val="272109528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able of Content_Blue Background">
    <p:bg>
      <p:bgPr>
        <a:solidFill>
          <a:schemeClr val="tx1"/>
        </a:solidFill>
        <a:effectLst/>
      </p:bgPr>
    </p:bg>
    <p:spTree>
      <p:nvGrpSpPr>
        <p:cNvPr id="1" name=""/>
        <p:cNvGrpSpPr/>
        <p:nvPr/>
      </p:nvGrpSpPr>
      <p:grpSpPr>
        <a:xfrm>
          <a:off x="0" y="0"/>
          <a:ext cx="0" cy="0"/>
          <a:chOff x="0" y="0"/>
          <a:chExt cx="0" cy="0"/>
        </a:xfrm>
      </p:grpSpPr>
      <p:sp>
        <p:nvSpPr>
          <p:cNvPr id="26" name="AutoShape 11">
            <a:extLst>
              <a:ext uri="{FF2B5EF4-FFF2-40B4-BE49-F238E27FC236}">
                <a16:creationId xmlns:a16="http://schemas.microsoft.com/office/drawing/2014/main" id="{F1AA8C23-A566-57EE-3ACA-4C3D299936EF}"/>
              </a:ext>
            </a:extLst>
          </p:cNvPr>
          <p:cNvSpPr/>
          <p:nvPr userDrawn="1"/>
        </p:nvSpPr>
        <p:spPr>
          <a:xfrm flipH="1" flipV="1">
            <a:off x="0" y="1895207"/>
            <a:ext cx="1482811" cy="2009528"/>
          </a:xfrm>
          <a:prstGeom prst="line">
            <a:avLst/>
          </a:prstGeom>
          <a:ln w="142875" cap="flat">
            <a:solidFill>
              <a:schemeClr val="bg1"/>
            </a:solidFill>
            <a:prstDash val="solid"/>
            <a:headEnd type="none" w="sm" len="sm"/>
            <a:tailEnd type="none" w="sm" len="sm"/>
          </a:ln>
        </p:spPr>
        <p:txBody>
          <a:bodyPr/>
          <a:lstStyle/>
          <a:p>
            <a:endParaRPr lang="it-IT"/>
          </a:p>
        </p:txBody>
      </p:sp>
      <p:sp>
        <p:nvSpPr>
          <p:cNvPr id="27" name="AutoShape 12">
            <a:extLst>
              <a:ext uri="{FF2B5EF4-FFF2-40B4-BE49-F238E27FC236}">
                <a16:creationId xmlns:a16="http://schemas.microsoft.com/office/drawing/2014/main" id="{F118FF28-D98B-CB8F-9759-F57C6EA31BE6}"/>
              </a:ext>
            </a:extLst>
          </p:cNvPr>
          <p:cNvSpPr/>
          <p:nvPr userDrawn="1"/>
        </p:nvSpPr>
        <p:spPr>
          <a:xfrm flipV="1">
            <a:off x="-477857" y="3930435"/>
            <a:ext cx="1960667" cy="1475359"/>
          </a:xfrm>
          <a:prstGeom prst="line">
            <a:avLst/>
          </a:prstGeom>
          <a:ln w="142875" cap="flat">
            <a:solidFill>
              <a:schemeClr val="bg1"/>
            </a:solidFill>
            <a:prstDash val="solid"/>
            <a:headEnd type="none" w="sm" len="sm"/>
            <a:tailEnd type="none" w="sm" len="sm"/>
          </a:ln>
        </p:spPr>
        <p:txBody>
          <a:bodyPr/>
          <a:lstStyle/>
          <a:p>
            <a:endParaRPr lang="it-IT"/>
          </a:p>
        </p:txBody>
      </p:sp>
      <p:grpSp>
        <p:nvGrpSpPr>
          <p:cNvPr id="5" name="Group 5">
            <a:extLst>
              <a:ext uri="{FF2B5EF4-FFF2-40B4-BE49-F238E27FC236}">
                <a16:creationId xmlns:a16="http://schemas.microsoft.com/office/drawing/2014/main" id="{36E74DE6-3288-23FE-914B-817ECE403687}"/>
              </a:ext>
            </a:extLst>
          </p:cNvPr>
          <p:cNvGrpSpPr/>
          <p:nvPr userDrawn="1"/>
        </p:nvGrpSpPr>
        <p:grpSpPr>
          <a:xfrm>
            <a:off x="934511" y="3396267"/>
            <a:ext cx="1096599" cy="1096599"/>
            <a:chOff x="0" y="0"/>
            <a:chExt cx="812800" cy="812800"/>
          </a:xfrm>
        </p:grpSpPr>
        <p:sp>
          <p:nvSpPr>
            <p:cNvPr id="6" name="Freeform 6">
              <a:extLst>
                <a:ext uri="{FF2B5EF4-FFF2-40B4-BE49-F238E27FC236}">
                  <a16:creationId xmlns:a16="http://schemas.microsoft.com/office/drawing/2014/main" id="{492D3BCB-C6C5-8753-0656-2170C40E200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FB3F8"/>
            </a:solidFill>
          </p:spPr>
          <p:txBody>
            <a:bodyPr/>
            <a:lstStyle/>
            <a:p>
              <a:endParaRPr lang="it-IT"/>
            </a:p>
          </p:txBody>
        </p:sp>
        <p:sp>
          <p:nvSpPr>
            <p:cNvPr id="22" name="TextBox 7">
              <a:extLst>
                <a:ext uri="{FF2B5EF4-FFF2-40B4-BE49-F238E27FC236}">
                  <a16:creationId xmlns:a16="http://schemas.microsoft.com/office/drawing/2014/main" id="{077B2C95-0416-BAF3-82AF-83600CAD25DA}"/>
                </a:ext>
              </a:extLst>
            </p:cNvPr>
            <p:cNvSpPr txBox="1"/>
            <p:nvPr/>
          </p:nvSpPr>
          <p:spPr>
            <a:xfrm>
              <a:off x="76200" y="19050"/>
              <a:ext cx="660400" cy="717550"/>
            </a:xfrm>
            <a:prstGeom prst="rect">
              <a:avLst/>
            </a:prstGeom>
          </p:spPr>
          <p:txBody>
            <a:bodyPr lIns="18437" tIns="18437" rIns="18437" bIns="18437" rtlCol="0" anchor="ctr"/>
            <a:lstStyle/>
            <a:p>
              <a:pPr algn="ctr">
                <a:lnSpc>
                  <a:spcPts val="2947"/>
                </a:lnSpc>
              </a:pPr>
              <a:endParaRPr/>
            </a:p>
          </p:txBody>
        </p:sp>
      </p:grpSp>
      <p:grpSp>
        <p:nvGrpSpPr>
          <p:cNvPr id="23" name="Group 8">
            <a:extLst>
              <a:ext uri="{FF2B5EF4-FFF2-40B4-BE49-F238E27FC236}">
                <a16:creationId xmlns:a16="http://schemas.microsoft.com/office/drawing/2014/main" id="{A18A1D2B-0816-C77D-9839-D16DC16A7E0E}"/>
              </a:ext>
            </a:extLst>
          </p:cNvPr>
          <p:cNvGrpSpPr/>
          <p:nvPr userDrawn="1"/>
        </p:nvGrpSpPr>
        <p:grpSpPr>
          <a:xfrm>
            <a:off x="-588131" y="1307076"/>
            <a:ext cx="1176262" cy="1176262"/>
            <a:chOff x="0" y="0"/>
            <a:chExt cx="812800" cy="812800"/>
          </a:xfrm>
        </p:grpSpPr>
        <p:sp>
          <p:nvSpPr>
            <p:cNvPr id="24" name="Freeform 9">
              <a:extLst>
                <a:ext uri="{FF2B5EF4-FFF2-40B4-BE49-F238E27FC236}">
                  <a16:creationId xmlns:a16="http://schemas.microsoft.com/office/drawing/2014/main" id="{1631EB92-F6C7-6B1E-815D-024EB3AD35DE}"/>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CDD55"/>
            </a:solidFill>
          </p:spPr>
          <p:txBody>
            <a:bodyPr/>
            <a:lstStyle/>
            <a:p>
              <a:endParaRPr lang="it-IT"/>
            </a:p>
          </p:txBody>
        </p:sp>
        <p:sp>
          <p:nvSpPr>
            <p:cNvPr id="25" name="TextBox 10">
              <a:extLst>
                <a:ext uri="{FF2B5EF4-FFF2-40B4-BE49-F238E27FC236}">
                  <a16:creationId xmlns:a16="http://schemas.microsoft.com/office/drawing/2014/main" id="{B6110C2C-6A51-DC8C-4687-9E86062230E2}"/>
                </a:ext>
              </a:extLst>
            </p:cNvPr>
            <p:cNvSpPr txBox="1"/>
            <p:nvPr/>
          </p:nvSpPr>
          <p:spPr>
            <a:xfrm>
              <a:off x="76200" y="19050"/>
              <a:ext cx="660400" cy="717550"/>
            </a:xfrm>
            <a:prstGeom prst="rect">
              <a:avLst/>
            </a:prstGeom>
          </p:spPr>
          <p:txBody>
            <a:bodyPr lIns="18437" tIns="18437" rIns="18437" bIns="18437" rtlCol="0" anchor="ctr"/>
            <a:lstStyle/>
            <a:p>
              <a:pPr algn="ctr">
                <a:lnSpc>
                  <a:spcPts val="2947"/>
                </a:lnSpc>
              </a:pPr>
              <a:endParaRPr/>
            </a:p>
          </p:txBody>
        </p:sp>
      </p:grpSp>
      <p:grpSp>
        <p:nvGrpSpPr>
          <p:cNvPr id="28" name="Group 13">
            <a:extLst>
              <a:ext uri="{FF2B5EF4-FFF2-40B4-BE49-F238E27FC236}">
                <a16:creationId xmlns:a16="http://schemas.microsoft.com/office/drawing/2014/main" id="{15743FF6-CDCF-1100-6076-6DE898F1C0B7}"/>
              </a:ext>
            </a:extLst>
          </p:cNvPr>
          <p:cNvGrpSpPr/>
          <p:nvPr userDrawn="1"/>
        </p:nvGrpSpPr>
        <p:grpSpPr>
          <a:xfrm>
            <a:off x="10966256" y="5212514"/>
            <a:ext cx="3290972" cy="3290972"/>
            <a:chOff x="0" y="0"/>
            <a:chExt cx="812800" cy="812800"/>
          </a:xfrm>
        </p:grpSpPr>
        <p:sp>
          <p:nvSpPr>
            <p:cNvPr id="29" name="Freeform 14">
              <a:extLst>
                <a:ext uri="{FF2B5EF4-FFF2-40B4-BE49-F238E27FC236}">
                  <a16:creationId xmlns:a16="http://schemas.microsoft.com/office/drawing/2014/main" id="{16FBE27D-2AAD-3A9E-93F3-C5047FADE5D4}"/>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ED300"/>
            </a:solidFill>
          </p:spPr>
          <p:txBody>
            <a:bodyPr/>
            <a:lstStyle/>
            <a:p>
              <a:endParaRPr lang="it-IT"/>
            </a:p>
          </p:txBody>
        </p:sp>
        <p:sp>
          <p:nvSpPr>
            <p:cNvPr id="30" name="TextBox 15">
              <a:extLst>
                <a:ext uri="{FF2B5EF4-FFF2-40B4-BE49-F238E27FC236}">
                  <a16:creationId xmlns:a16="http://schemas.microsoft.com/office/drawing/2014/main" id="{17D803A3-9B18-2091-9EDF-A3AABF0DF617}"/>
                </a:ext>
              </a:extLst>
            </p:cNvPr>
            <p:cNvSpPr txBox="1"/>
            <p:nvPr/>
          </p:nvSpPr>
          <p:spPr>
            <a:xfrm>
              <a:off x="76200" y="19050"/>
              <a:ext cx="660400" cy="717550"/>
            </a:xfrm>
            <a:prstGeom prst="rect">
              <a:avLst/>
            </a:prstGeom>
          </p:spPr>
          <p:txBody>
            <a:bodyPr lIns="50800" tIns="50800" rIns="50800" bIns="50800" rtlCol="0" anchor="ctr"/>
            <a:lstStyle/>
            <a:p>
              <a:pPr algn="ctr">
                <a:lnSpc>
                  <a:spcPts val="3080"/>
                </a:lnSpc>
              </a:pPr>
              <a:endParaRPr/>
            </a:p>
          </p:txBody>
        </p:sp>
      </p:grpSp>
      <p:sp>
        <p:nvSpPr>
          <p:cNvPr id="36" name="Title 35">
            <a:extLst>
              <a:ext uri="{FF2B5EF4-FFF2-40B4-BE49-F238E27FC236}">
                <a16:creationId xmlns:a16="http://schemas.microsoft.com/office/drawing/2014/main" id="{0EC52AA9-1977-65DB-F539-DEABF9A83683}"/>
              </a:ext>
            </a:extLst>
          </p:cNvPr>
          <p:cNvSpPr>
            <a:spLocks noGrp="1"/>
          </p:cNvSpPr>
          <p:nvPr>
            <p:ph type="title" hasCustomPrompt="1"/>
          </p:nvPr>
        </p:nvSpPr>
        <p:spPr/>
        <p:txBody>
          <a:bodyPr>
            <a:normAutofit/>
          </a:bodyPr>
          <a:lstStyle>
            <a:lvl1pPr>
              <a:lnSpc>
                <a:spcPct val="100000"/>
              </a:lnSpc>
              <a:defRPr sz="4800" b="1">
                <a:solidFill>
                  <a:schemeClr val="bg1"/>
                </a:solidFill>
                <a:latin typeface="Poppins" pitchFamily="2" charset="77"/>
                <a:cs typeface="Poppins" pitchFamily="2" charset="77"/>
              </a:defRPr>
            </a:lvl1pPr>
          </a:lstStyle>
          <a:p>
            <a:r>
              <a:rPr lang="en-GB"/>
              <a:t>Table of content</a:t>
            </a:r>
            <a:endParaRPr lang="it-IT"/>
          </a:p>
        </p:txBody>
      </p:sp>
      <p:sp>
        <p:nvSpPr>
          <p:cNvPr id="38" name="Text Placeholder 37">
            <a:extLst>
              <a:ext uri="{FF2B5EF4-FFF2-40B4-BE49-F238E27FC236}">
                <a16:creationId xmlns:a16="http://schemas.microsoft.com/office/drawing/2014/main" id="{FC69C01F-4184-AF81-7F17-968B192CDFFD}"/>
              </a:ext>
            </a:extLst>
          </p:cNvPr>
          <p:cNvSpPr>
            <a:spLocks noGrp="1"/>
          </p:cNvSpPr>
          <p:nvPr>
            <p:ph type="body" sz="quarter" idx="10" hasCustomPrompt="1"/>
          </p:nvPr>
        </p:nvSpPr>
        <p:spPr>
          <a:xfrm>
            <a:off x="2417322" y="1713915"/>
            <a:ext cx="4073126" cy="4170800"/>
          </a:xfrm>
        </p:spPr>
        <p:txBody>
          <a:bodyPr>
            <a:normAutofit/>
          </a:bodyPr>
          <a:lstStyle>
            <a:lvl1pPr marL="0" indent="0">
              <a:lnSpc>
                <a:spcPct val="100000"/>
              </a:lnSpc>
              <a:buNone/>
              <a:defRPr sz="2400">
                <a:solidFill>
                  <a:schemeClr val="bg1"/>
                </a:solidFill>
                <a:latin typeface="Poppins" pitchFamily="2" charset="77"/>
                <a:cs typeface="Poppins" pitchFamily="2" charset="77"/>
              </a:defRPr>
            </a:lvl1pPr>
            <a:lvl2pPr marL="457200" indent="0">
              <a:lnSpc>
                <a:spcPct val="100000"/>
              </a:lnSpc>
              <a:buNone/>
              <a:defRPr sz="2000">
                <a:solidFill>
                  <a:schemeClr val="bg1"/>
                </a:solidFill>
                <a:latin typeface="Poppins" pitchFamily="2" charset="77"/>
                <a:cs typeface="Poppins" pitchFamily="2" charset="77"/>
              </a:defRPr>
            </a:lvl2pPr>
            <a:lvl3pPr marL="914400" indent="0">
              <a:lnSpc>
                <a:spcPct val="100000"/>
              </a:lnSpc>
              <a:buNone/>
              <a:defRPr sz="1800">
                <a:solidFill>
                  <a:schemeClr val="bg1"/>
                </a:solidFill>
                <a:latin typeface="Poppins" pitchFamily="2" charset="77"/>
                <a:cs typeface="Poppins" pitchFamily="2" charset="77"/>
              </a:defRPr>
            </a:lvl3pPr>
            <a:lvl4pPr marL="1371600" indent="0">
              <a:lnSpc>
                <a:spcPct val="100000"/>
              </a:lnSpc>
              <a:buNone/>
              <a:defRPr sz="1600">
                <a:solidFill>
                  <a:schemeClr val="bg1"/>
                </a:solidFill>
                <a:latin typeface="Poppins" pitchFamily="2" charset="77"/>
                <a:cs typeface="Poppins" pitchFamily="2" charset="77"/>
              </a:defRPr>
            </a:lvl4pPr>
            <a:lvl5pPr marL="1828800" indent="0">
              <a:lnSpc>
                <a:spcPct val="100000"/>
              </a:lnSpc>
              <a:buNone/>
              <a:defRPr sz="1600">
                <a:solidFill>
                  <a:schemeClr val="bg1"/>
                </a:solidFill>
                <a:latin typeface="Poppins" pitchFamily="2" charset="77"/>
                <a:cs typeface="Poppins" pitchFamily="2" charset="77"/>
              </a:defRPr>
            </a:lvl5pPr>
          </a:lstStyle>
          <a:p>
            <a:pPr lvl="0"/>
            <a:r>
              <a:rPr lang="en-GB"/>
              <a:t>Click to edit text</a:t>
            </a:r>
          </a:p>
          <a:p>
            <a:pPr lvl="1"/>
            <a:r>
              <a:rPr lang="en-GB"/>
              <a:t>Second level</a:t>
            </a:r>
          </a:p>
          <a:p>
            <a:pPr lvl="2"/>
            <a:r>
              <a:rPr lang="en-GB"/>
              <a:t>Third level</a:t>
            </a:r>
          </a:p>
          <a:p>
            <a:pPr lvl="3"/>
            <a:r>
              <a:rPr lang="en-GB"/>
              <a:t>Fourth level</a:t>
            </a:r>
          </a:p>
          <a:p>
            <a:pPr lvl="4"/>
            <a:r>
              <a:rPr lang="en-GB"/>
              <a:t>Fifth level</a:t>
            </a:r>
            <a:endParaRPr lang="it-IT"/>
          </a:p>
        </p:txBody>
      </p:sp>
      <p:sp>
        <p:nvSpPr>
          <p:cNvPr id="4" name="Text Placeholder 37">
            <a:extLst>
              <a:ext uri="{FF2B5EF4-FFF2-40B4-BE49-F238E27FC236}">
                <a16:creationId xmlns:a16="http://schemas.microsoft.com/office/drawing/2014/main" id="{A5FD1EF8-0A36-1568-8DA0-D38B99DE4D13}"/>
              </a:ext>
            </a:extLst>
          </p:cNvPr>
          <p:cNvSpPr>
            <a:spLocks noGrp="1"/>
          </p:cNvSpPr>
          <p:nvPr>
            <p:ph type="body" sz="quarter" idx="11" hasCustomPrompt="1"/>
          </p:nvPr>
        </p:nvSpPr>
        <p:spPr>
          <a:xfrm>
            <a:off x="7070004" y="1713915"/>
            <a:ext cx="4073126" cy="4170800"/>
          </a:xfrm>
        </p:spPr>
        <p:txBody>
          <a:bodyPr>
            <a:normAutofit/>
          </a:bodyPr>
          <a:lstStyle>
            <a:lvl1pPr marL="0" indent="0">
              <a:lnSpc>
                <a:spcPct val="100000"/>
              </a:lnSpc>
              <a:buNone/>
              <a:defRPr sz="2400">
                <a:solidFill>
                  <a:schemeClr val="bg1"/>
                </a:solidFill>
                <a:latin typeface="Poppins" pitchFamily="2" charset="77"/>
                <a:cs typeface="Poppins" pitchFamily="2" charset="77"/>
              </a:defRPr>
            </a:lvl1pPr>
            <a:lvl2pPr marL="457200" indent="0">
              <a:lnSpc>
                <a:spcPct val="100000"/>
              </a:lnSpc>
              <a:buNone/>
              <a:defRPr sz="2000">
                <a:solidFill>
                  <a:schemeClr val="bg1"/>
                </a:solidFill>
                <a:latin typeface="Poppins" pitchFamily="2" charset="77"/>
                <a:cs typeface="Poppins" pitchFamily="2" charset="77"/>
              </a:defRPr>
            </a:lvl2pPr>
            <a:lvl3pPr marL="914400" indent="0">
              <a:lnSpc>
                <a:spcPct val="100000"/>
              </a:lnSpc>
              <a:buNone/>
              <a:defRPr sz="1800">
                <a:solidFill>
                  <a:schemeClr val="bg1"/>
                </a:solidFill>
                <a:latin typeface="Poppins" pitchFamily="2" charset="77"/>
                <a:cs typeface="Poppins" pitchFamily="2" charset="77"/>
              </a:defRPr>
            </a:lvl3pPr>
            <a:lvl4pPr marL="1371600" indent="0">
              <a:lnSpc>
                <a:spcPct val="100000"/>
              </a:lnSpc>
              <a:buNone/>
              <a:defRPr sz="1600">
                <a:solidFill>
                  <a:schemeClr val="bg1"/>
                </a:solidFill>
                <a:latin typeface="Poppins" pitchFamily="2" charset="77"/>
                <a:cs typeface="Poppins" pitchFamily="2" charset="77"/>
              </a:defRPr>
            </a:lvl4pPr>
            <a:lvl5pPr marL="1828800" indent="0">
              <a:lnSpc>
                <a:spcPct val="100000"/>
              </a:lnSpc>
              <a:buNone/>
              <a:defRPr sz="1600">
                <a:solidFill>
                  <a:schemeClr val="bg1"/>
                </a:solidFill>
                <a:latin typeface="Poppins" pitchFamily="2" charset="77"/>
                <a:cs typeface="Poppins" pitchFamily="2" charset="77"/>
              </a:defRPr>
            </a:lvl5pPr>
          </a:lstStyle>
          <a:p>
            <a:pPr lvl="0"/>
            <a:r>
              <a:rPr lang="en-GB"/>
              <a:t>Click to edit text</a:t>
            </a:r>
          </a:p>
          <a:p>
            <a:pPr lvl="1"/>
            <a:r>
              <a:rPr lang="en-GB"/>
              <a:t>Second level</a:t>
            </a:r>
          </a:p>
          <a:p>
            <a:pPr lvl="2"/>
            <a:r>
              <a:rPr lang="en-GB"/>
              <a:t>Third level</a:t>
            </a:r>
          </a:p>
          <a:p>
            <a:pPr lvl="3"/>
            <a:r>
              <a:rPr lang="en-GB"/>
              <a:t>Fourth level</a:t>
            </a:r>
          </a:p>
          <a:p>
            <a:pPr lvl="4"/>
            <a:r>
              <a:rPr lang="en-GB"/>
              <a:t>Fifth level</a:t>
            </a:r>
            <a:endParaRPr lang="it-IT"/>
          </a:p>
        </p:txBody>
      </p:sp>
      <p:grpSp>
        <p:nvGrpSpPr>
          <p:cNvPr id="15" name="Group 14">
            <a:extLst>
              <a:ext uri="{FF2B5EF4-FFF2-40B4-BE49-F238E27FC236}">
                <a16:creationId xmlns:a16="http://schemas.microsoft.com/office/drawing/2014/main" id="{575B322A-D524-1197-D2E2-872C007B2698}"/>
              </a:ext>
            </a:extLst>
          </p:cNvPr>
          <p:cNvGrpSpPr/>
          <p:nvPr userDrawn="1"/>
        </p:nvGrpSpPr>
        <p:grpSpPr>
          <a:xfrm>
            <a:off x="181620" y="5938356"/>
            <a:ext cx="9435462" cy="717889"/>
            <a:chOff x="181620" y="5938356"/>
            <a:chExt cx="9435462" cy="717889"/>
          </a:xfrm>
        </p:grpSpPr>
        <p:cxnSp>
          <p:nvCxnSpPr>
            <p:cNvPr id="7" name="Straight Connector 6">
              <a:extLst>
                <a:ext uri="{FF2B5EF4-FFF2-40B4-BE49-F238E27FC236}">
                  <a16:creationId xmlns:a16="http://schemas.microsoft.com/office/drawing/2014/main" id="{C54C6835-16B3-3704-A6C6-2672DB5B45B4}"/>
                </a:ext>
              </a:extLst>
            </p:cNvPr>
            <p:cNvCxnSpPr>
              <a:cxnSpLocks/>
            </p:cNvCxnSpPr>
            <p:nvPr userDrawn="1"/>
          </p:nvCxnSpPr>
          <p:spPr>
            <a:xfrm>
              <a:off x="949028" y="5989863"/>
              <a:ext cx="0" cy="639295"/>
            </a:xfrm>
            <a:prstGeom prst="line">
              <a:avLst/>
            </a:prstGeom>
            <a:ln w="12700">
              <a:solidFill>
                <a:schemeClr val="bg1"/>
              </a:solidFill>
            </a:ln>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DB85017E-8BBA-323B-6B32-6FAE230CAA38}"/>
                </a:ext>
              </a:extLst>
            </p:cNvPr>
            <p:cNvSpPr txBox="1"/>
            <p:nvPr userDrawn="1"/>
          </p:nvSpPr>
          <p:spPr>
            <a:xfrm>
              <a:off x="992254" y="6113438"/>
              <a:ext cx="8624828" cy="369332"/>
            </a:xfrm>
            <a:prstGeom prst="rect">
              <a:avLst/>
            </a:prstGeom>
            <a:noFill/>
          </p:spPr>
          <p:txBody>
            <a:bodyPr wrap="square" rtlCol="0" anchor="ctr">
              <a:spAutoFit/>
            </a:bodyPr>
            <a:lstStyle/>
            <a:p>
              <a:pPr algn="l"/>
              <a:r>
                <a:rPr lang="en-GB" sz="900">
                  <a:solidFill>
                    <a:schemeClr val="bg1"/>
                  </a:solidFill>
                  <a:effectLst/>
                  <a:latin typeface="Helvetica Neue" panose="02000503000000020004" pitchFamily="2" charset="0"/>
                </a:rPr>
                <a:t>Co-funded by the European Union. Views and opinions expressed are however those of the author(s) only and do not necessarily reflect those of the European Union or the European Education and Culture Executive Agency (EACEA). Neither the European Union nor EACEA can be held responsible for them.</a:t>
              </a:r>
            </a:p>
          </p:txBody>
        </p:sp>
        <p:pic>
          <p:nvPicPr>
            <p:cNvPr id="14" name="Picture 13" descr="A black and white flag with stars in a circle&#10;&#10;Description automatically generated">
              <a:extLst>
                <a:ext uri="{FF2B5EF4-FFF2-40B4-BE49-F238E27FC236}">
                  <a16:creationId xmlns:a16="http://schemas.microsoft.com/office/drawing/2014/main" id="{D7CC0DEB-1888-F3B3-970A-288CF15EF962}"/>
                </a:ext>
              </a:extLst>
            </p:cNvPr>
            <p:cNvPicPr>
              <a:picLocks noChangeAspect="1"/>
            </p:cNvPicPr>
            <p:nvPr userDrawn="1"/>
          </p:nvPicPr>
          <p:blipFill>
            <a:blip r:embed="rId2"/>
            <a:stretch>
              <a:fillRect/>
            </a:stretch>
          </p:blipFill>
          <p:spPr>
            <a:xfrm>
              <a:off x="181620" y="5938356"/>
              <a:ext cx="679939" cy="717889"/>
            </a:xfrm>
            <a:prstGeom prst="rect">
              <a:avLst/>
            </a:prstGeom>
          </p:spPr>
        </p:pic>
      </p:grpSp>
      <p:pic>
        <p:nvPicPr>
          <p:cNvPr id="17" name="Picture 16" descr="A white text on a black background&#10;&#10;Description automatically generated">
            <a:extLst>
              <a:ext uri="{FF2B5EF4-FFF2-40B4-BE49-F238E27FC236}">
                <a16:creationId xmlns:a16="http://schemas.microsoft.com/office/drawing/2014/main" id="{74D014D6-7405-C726-3FCC-B34F59722F70}"/>
              </a:ext>
            </a:extLst>
          </p:cNvPr>
          <p:cNvPicPr>
            <a:picLocks noChangeAspect="1"/>
          </p:cNvPicPr>
          <p:nvPr userDrawn="1"/>
        </p:nvPicPr>
        <p:blipFill>
          <a:blip r:embed="rId3"/>
          <a:stretch>
            <a:fillRect/>
          </a:stretch>
        </p:blipFill>
        <p:spPr>
          <a:xfrm>
            <a:off x="9962500" y="184789"/>
            <a:ext cx="2007511" cy="492144"/>
          </a:xfrm>
          <a:prstGeom prst="rect">
            <a:avLst/>
          </a:prstGeom>
        </p:spPr>
      </p:pic>
    </p:spTree>
    <p:extLst>
      <p:ext uri="{BB962C8B-B14F-4D97-AF65-F5344CB8AC3E}">
        <p14:creationId xmlns:p14="http://schemas.microsoft.com/office/powerpoint/2010/main" val="100659034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hapter Title Slide_White Background">
    <p:bg>
      <p:bgPr>
        <a:solidFill>
          <a:srgbClr val="0D145C"/>
        </a:solidFill>
        <a:effectLst/>
      </p:bgPr>
    </p:bg>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B8B8DAF9-37B6-5AB1-E831-FA4B13996D1F}"/>
              </a:ext>
            </a:extLst>
          </p:cNvPr>
          <p:cNvGrpSpPr/>
          <p:nvPr userDrawn="1"/>
        </p:nvGrpSpPr>
        <p:grpSpPr>
          <a:xfrm>
            <a:off x="6163283" y="-1347060"/>
            <a:ext cx="2998920" cy="2998920"/>
            <a:chOff x="0" y="0"/>
            <a:chExt cx="812800" cy="812800"/>
          </a:xfrm>
        </p:grpSpPr>
        <p:sp>
          <p:nvSpPr>
            <p:cNvPr id="3" name="Freeform 3">
              <a:extLst>
                <a:ext uri="{FF2B5EF4-FFF2-40B4-BE49-F238E27FC236}">
                  <a16:creationId xmlns:a16="http://schemas.microsoft.com/office/drawing/2014/main" id="{02D2ABF5-DAD4-AEF6-96C0-DCB74376133E}"/>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CDD55"/>
            </a:solidFill>
          </p:spPr>
          <p:txBody>
            <a:bodyPr/>
            <a:lstStyle/>
            <a:p>
              <a:endParaRPr lang="it-IT"/>
            </a:p>
          </p:txBody>
        </p:sp>
        <p:sp>
          <p:nvSpPr>
            <p:cNvPr id="4" name="TextBox 4">
              <a:extLst>
                <a:ext uri="{FF2B5EF4-FFF2-40B4-BE49-F238E27FC236}">
                  <a16:creationId xmlns:a16="http://schemas.microsoft.com/office/drawing/2014/main" id="{EEBA6D2E-E09E-500B-8AEF-4C657147425C}"/>
                </a:ext>
              </a:extLst>
            </p:cNvPr>
            <p:cNvSpPr txBox="1"/>
            <p:nvPr/>
          </p:nvSpPr>
          <p:spPr>
            <a:xfrm>
              <a:off x="76200" y="19050"/>
              <a:ext cx="660400" cy="717550"/>
            </a:xfrm>
            <a:prstGeom prst="rect">
              <a:avLst/>
            </a:prstGeom>
          </p:spPr>
          <p:txBody>
            <a:bodyPr lIns="50800" tIns="50800" rIns="50800" bIns="50800" rtlCol="0" anchor="ctr"/>
            <a:lstStyle/>
            <a:p>
              <a:pPr algn="ctr">
                <a:lnSpc>
                  <a:spcPts val="3080"/>
                </a:lnSpc>
              </a:pPr>
              <a:endParaRPr/>
            </a:p>
          </p:txBody>
        </p:sp>
      </p:grpSp>
      <p:grpSp>
        <p:nvGrpSpPr>
          <p:cNvPr id="5" name="Group 5">
            <a:extLst>
              <a:ext uri="{FF2B5EF4-FFF2-40B4-BE49-F238E27FC236}">
                <a16:creationId xmlns:a16="http://schemas.microsoft.com/office/drawing/2014/main" id="{B73990EF-31DE-235E-415A-332A8932B808}"/>
              </a:ext>
            </a:extLst>
          </p:cNvPr>
          <p:cNvGrpSpPr/>
          <p:nvPr userDrawn="1"/>
        </p:nvGrpSpPr>
        <p:grpSpPr>
          <a:xfrm>
            <a:off x="10379651" y="3446369"/>
            <a:ext cx="4385452" cy="4385453"/>
            <a:chOff x="0" y="0"/>
            <a:chExt cx="812800" cy="812800"/>
          </a:xfrm>
        </p:grpSpPr>
        <p:sp>
          <p:nvSpPr>
            <p:cNvPr id="6" name="Freeform 6">
              <a:extLst>
                <a:ext uri="{FF2B5EF4-FFF2-40B4-BE49-F238E27FC236}">
                  <a16:creationId xmlns:a16="http://schemas.microsoft.com/office/drawing/2014/main" id="{F375DCA2-E5AD-68E0-19EA-F788EFA2E0B0}"/>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chemeClr val="accent2"/>
            </a:solidFill>
          </p:spPr>
          <p:txBody>
            <a:bodyPr/>
            <a:lstStyle/>
            <a:p>
              <a:endParaRPr lang="it-IT"/>
            </a:p>
          </p:txBody>
        </p:sp>
        <p:sp>
          <p:nvSpPr>
            <p:cNvPr id="7" name="TextBox 7">
              <a:extLst>
                <a:ext uri="{FF2B5EF4-FFF2-40B4-BE49-F238E27FC236}">
                  <a16:creationId xmlns:a16="http://schemas.microsoft.com/office/drawing/2014/main" id="{160C3EBD-9DC5-4CBF-C536-EC530F3D4297}"/>
                </a:ext>
              </a:extLst>
            </p:cNvPr>
            <p:cNvSpPr txBox="1"/>
            <p:nvPr/>
          </p:nvSpPr>
          <p:spPr>
            <a:xfrm>
              <a:off x="76200" y="19050"/>
              <a:ext cx="660400" cy="717550"/>
            </a:xfrm>
            <a:prstGeom prst="rect">
              <a:avLst/>
            </a:prstGeom>
          </p:spPr>
          <p:txBody>
            <a:bodyPr lIns="50800" tIns="50800" rIns="50800" bIns="50800" rtlCol="0" anchor="ctr"/>
            <a:lstStyle/>
            <a:p>
              <a:pPr algn="ctr">
                <a:lnSpc>
                  <a:spcPts val="3080"/>
                </a:lnSpc>
              </a:pPr>
              <a:endParaRPr/>
            </a:p>
          </p:txBody>
        </p:sp>
      </p:grpSp>
      <p:sp>
        <p:nvSpPr>
          <p:cNvPr id="9" name="Freeform 9">
            <a:extLst>
              <a:ext uri="{FF2B5EF4-FFF2-40B4-BE49-F238E27FC236}">
                <a16:creationId xmlns:a16="http://schemas.microsoft.com/office/drawing/2014/main" id="{A8D85B74-D494-5644-8B4D-39985D0DC3D1}"/>
              </a:ext>
            </a:extLst>
          </p:cNvPr>
          <p:cNvSpPr/>
          <p:nvPr/>
        </p:nvSpPr>
        <p:spPr>
          <a:xfrm>
            <a:off x="347886" y="531920"/>
            <a:ext cx="11495879" cy="5828897"/>
          </a:xfrm>
          <a:custGeom>
            <a:avLst/>
            <a:gdLst/>
            <a:ahLst/>
            <a:cxnLst/>
            <a:rect l="l" t="t" r="r" b="b"/>
            <a:pathLst>
              <a:path w="4274726" h="2167467">
                <a:moveTo>
                  <a:pt x="19080" y="0"/>
                </a:moveTo>
                <a:lnTo>
                  <a:pt x="4255646" y="0"/>
                </a:lnTo>
                <a:cubicBezTo>
                  <a:pt x="4266183" y="0"/>
                  <a:pt x="4274726" y="8542"/>
                  <a:pt x="4274726" y="19080"/>
                </a:cubicBezTo>
                <a:lnTo>
                  <a:pt x="4274726" y="2148387"/>
                </a:lnTo>
                <a:cubicBezTo>
                  <a:pt x="4274726" y="2158924"/>
                  <a:pt x="4266183" y="2167467"/>
                  <a:pt x="4255646" y="2167467"/>
                </a:cubicBezTo>
                <a:lnTo>
                  <a:pt x="19080" y="2167467"/>
                </a:lnTo>
                <a:cubicBezTo>
                  <a:pt x="8542" y="2167467"/>
                  <a:pt x="0" y="2158924"/>
                  <a:pt x="0" y="2148387"/>
                </a:cubicBezTo>
                <a:lnTo>
                  <a:pt x="0" y="19080"/>
                </a:lnTo>
                <a:cubicBezTo>
                  <a:pt x="0" y="8542"/>
                  <a:pt x="8542" y="0"/>
                  <a:pt x="19080" y="0"/>
                </a:cubicBezTo>
                <a:close/>
              </a:path>
            </a:pathLst>
          </a:custGeom>
          <a:solidFill>
            <a:schemeClr val="bg1"/>
          </a:solidFill>
        </p:spPr>
        <p:txBody>
          <a:bodyPr/>
          <a:lstStyle/>
          <a:p>
            <a:endParaRPr lang="it-IT"/>
          </a:p>
        </p:txBody>
      </p:sp>
      <p:sp>
        <p:nvSpPr>
          <p:cNvPr id="10" name="TextBox 10">
            <a:extLst>
              <a:ext uri="{FF2B5EF4-FFF2-40B4-BE49-F238E27FC236}">
                <a16:creationId xmlns:a16="http://schemas.microsoft.com/office/drawing/2014/main" id="{3EFB2B42-74BF-74C3-4078-525EDEEF03F0}"/>
              </a:ext>
            </a:extLst>
          </p:cNvPr>
          <p:cNvSpPr txBox="1"/>
          <p:nvPr/>
        </p:nvSpPr>
        <p:spPr>
          <a:xfrm>
            <a:off x="347886" y="429459"/>
            <a:ext cx="11495879" cy="5931358"/>
          </a:xfrm>
          <a:prstGeom prst="rect">
            <a:avLst/>
          </a:prstGeom>
        </p:spPr>
        <p:txBody>
          <a:bodyPr lIns="50800" tIns="50800" rIns="50800" bIns="50800" rtlCol="0" anchor="ctr"/>
          <a:lstStyle/>
          <a:p>
            <a:pPr algn="ctr">
              <a:lnSpc>
                <a:spcPts val="2659"/>
              </a:lnSpc>
              <a:spcBef>
                <a:spcPct val="0"/>
              </a:spcBef>
            </a:pPr>
            <a:endParaRPr/>
          </a:p>
        </p:txBody>
      </p:sp>
      <p:grpSp>
        <p:nvGrpSpPr>
          <p:cNvPr id="13" name="Group 13">
            <a:extLst>
              <a:ext uri="{FF2B5EF4-FFF2-40B4-BE49-F238E27FC236}">
                <a16:creationId xmlns:a16="http://schemas.microsoft.com/office/drawing/2014/main" id="{EE67CC94-F960-19A2-108D-E57621735367}"/>
              </a:ext>
            </a:extLst>
          </p:cNvPr>
          <p:cNvGrpSpPr/>
          <p:nvPr userDrawn="1"/>
        </p:nvGrpSpPr>
        <p:grpSpPr>
          <a:xfrm>
            <a:off x="-1305128" y="4060290"/>
            <a:ext cx="4385452" cy="4385453"/>
            <a:chOff x="0" y="0"/>
            <a:chExt cx="812800" cy="812800"/>
          </a:xfrm>
        </p:grpSpPr>
        <p:sp>
          <p:nvSpPr>
            <p:cNvPr id="14" name="Freeform 14">
              <a:extLst>
                <a:ext uri="{FF2B5EF4-FFF2-40B4-BE49-F238E27FC236}">
                  <a16:creationId xmlns:a16="http://schemas.microsoft.com/office/drawing/2014/main" id="{F293B56B-27F2-99F8-DF77-B700CABF32A9}"/>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chemeClr val="accent1"/>
            </a:solidFill>
          </p:spPr>
          <p:txBody>
            <a:bodyPr/>
            <a:lstStyle/>
            <a:p>
              <a:endParaRPr lang="it-IT"/>
            </a:p>
          </p:txBody>
        </p:sp>
        <p:sp>
          <p:nvSpPr>
            <p:cNvPr id="15" name="TextBox 15">
              <a:extLst>
                <a:ext uri="{FF2B5EF4-FFF2-40B4-BE49-F238E27FC236}">
                  <a16:creationId xmlns:a16="http://schemas.microsoft.com/office/drawing/2014/main" id="{F5EA6F54-FAC1-85C0-0F3A-C9B211DA6335}"/>
                </a:ext>
              </a:extLst>
            </p:cNvPr>
            <p:cNvSpPr txBox="1"/>
            <p:nvPr/>
          </p:nvSpPr>
          <p:spPr>
            <a:xfrm>
              <a:off x="76200" y="19050"/>
              <a:ext cx="660400" cy="717550"/>
            </a:xfrm>
            <a:prstGeom prst="rect">
              <a:avLst/>
            </a:prstGeom>
          </p:spPr>
          <p:txBody>
            <a:bodyPr lIns="50800" tIns="50800" rIns="50800" bIns="50800" rtlCol="0" anchor="ctr"/>
            <a:lstStyle/>
            <a:p>
              <a:pPr algn="ctr">
                <a:lnSpc>
                  <a:spcPts val="3080"/>
                </a:lnSpc>
              </a:pPr>
              <a:endParaRPr/>
            </a:p>
          </p:txBody>
        </p:sp>
      </p:grpSp>
      <p:sp>
        <p:nvSpPr>
          <p:cNvPr id="18" name="TextBox 18">
            <a:extLst>
              <a:ext uri="{FF2B5EF4-FFF2-40B4-BE49-F238E27FC236}">
                <a16:creationId xmlns:a16="http://schemas.microsoft.com/office/drawing/2014/main" id="{13E38D8B-4950-DE2A-5A98-DC1CF9AB5AE9}"/>
              </a:ext>
            </a:extLst>
          </p:cNvPr>
          <p:cNvSpPr txBox="1"/>
          <p:nvPr/>
        </p:nvSpPr>
        <p:spPr>
          <a:xfrm>
            <a:off x="849451" y="753370"/>
            <a:ext cx="1255550" cy="1364203"/>
          </a:xfrm>
          <a:prstGeom prst="rect">
            <a:avLst/>
          </a:prstGeom>
        </p:spPr>
        <p:txBody>
          <a:bodyPr lIns="50800" tIns="50800" rIns="50800" bIns="50800" rtlCol="0" anchor="ctr"/>
          <a:lstStyle/>
          <a:p>
            <a:pPr algn="ctr">
              <a:lnSpc>
                <a:spcPts val="3080"/>
              </a:lnSpc>
            </a:pPr>
            <a:endParaRPr/>
          </a:p>
        </p:txBody>
      </p:sp>
      <p:sp>
        <p:nvSpPr>
          <p:cNvPr id="20" name="AutoShape 20">
            <a:extLst>
              <a:ext uri="{FF2B5EF4-FFF2-40B4-BE49-F238E27FC236}">
                <a16:creationId xmlns:a16="http://schemas.microsoft.com/office/drawing/2014/main" id="{ECFD4BE5-7E35-1D65-3A31-C1BB4F1B9507}"/>
              </a:ext>
            </a:extLst>
          </p:cNvPr>
          <p:cNvSpPr/>
          <p:nvPr userDrawn="1"/>
        </p:nvSpPr>
        <p:spPr>
          <a:xfrm flipH="1" flipV="1">
            <a:off x="1456292" y="1591789"/>
            <a:ext cx="3563180" cy="5828896"/>
          </a:xfrm>
          <a:prstGeom prst="line">
            <a:avLst/>
          </a:prstGeom>
          <a:ln w="142875" cap="flat">
            <a:solidFill>
              <a:schemeClr val="accent6"/>
            </a:solidFill>
            <a:prstDash val="solid"/>
            <a:headEnd type="none" w="sm" len="sm"/>
            <a:tailEnd type="none" w="sm" len="sm"/>
          </a:ln>
        </p:spPr>
        <p:txBody>
          <a:bodyPr/>
          <a:lstStyle/>
          <a:p>
            <a:endParaRPr lang="it-IT"/>
          </a:p>
        </p:txBody>
      </p:sp>
      <p:sp>
        <p:nvSpPr>
          <p:cNvPr id="22" name="Title 21">
            <a:extLst>
              <a:ext uri="{FF2B5EF4-FFF2-40B4-BE49-F238E27FC236}">
                <a16:creationId xmlns:a16="http://schemas.microsoft.com/office/drawing/2014/main" id="{BA6AB66B-FC32-51D3-C305-FEA473A4CAFD}"/>
              </a:ext>
            </a:extLst>
          </p:cNvPr>
          <p:cNvSpPr>
            <a:spLocks noGrp="1"/>
          </p:cNvSpPr>
          <p:nvPr>
            <p:ph type="title" hasCustomPrompt="1"/>
          </p:nvPr>
        </p:nvSpPr>
        <p:spPr>
          <a:xfrm>
            <a:off x="3599143" y="1875363"/>
            <a:ext cx="7804852" cy="1545987"/>
          </a:xfrm>
        </p:spPr>
        <p:txBody>
          <a:bodyPr anchor="t">
            <a:noAutofit/>
          </a:bodyPr>
          <a:lstStyle>
            <a:lvl1pPr algn="r">
              <a:defRPr sz="6000" b="1">
                <a:solidFill>
                  <a:srgbClr val="0D145C"/>
                </a:solidFill>
                <a:latin typeface="Poppins" pitchFamily="2" charset="77"/>
                <a:cs typeface="Poppins" pitchFamily="2" charset="77"/>
              </a:defRPr>
            </a:lvl1pPr>
          </a:lstStyle>
          <a:p>
            <a:r>
              <a:rPr lang="en-GB"/>
              <a:t>CLICK TO EDIT MASTER TITLE STYLE</a:t>
            </a:r>
            <a:endParaRPr lang="it-IT"/>
          </a:p>
        </p:txBody>
      </p:sp>
      <p:sp>
        <p:nvSpPr>
          <p:cNvPr id="23" name="Text Placeholder 24">
            <a:extLst>
              <a:ext uri="{FF2B5EF4-FFF2-40B4-BE49-F238E27FC236}">
                <a16:creationId xmlns:a16="http://schemas.microsoft.com/office/drawing/2014/main" id="{4A803709-2C3E-9FC9-5EBF-5794E337AC61}"/>
              </a:ext>
            </a:extLst>
          </p:cNvPr>
          <p:cNvSpPr>
            <a:spLocks noGrp="1"/>
          </p:cNvSpPr>
          <p:nvPr>
            <p:ph type="body" sz="quarter" idx="10" hasCustomPrompt="1"/>
          </p:nvPr>
        </p:nvSpPr>
        <p:spPr>
          <a:xfrm>
            <a:off x="4740451" y="3549153"/>
            <a:ext cx="6654775" cy="528638"/>
          </a:xfrm>
        </p:spPr>
        <p:txBody>
          <a:bodyPr/>
          <a:lstStyle>
            <a:lvl1pPr marL="0" indent="0" algn="r">
              <a:buNone/>
              <a:defRPr>
                <a:solidFill>
                  <a:srgbClr val="0D145C"/>
                </a:solidFill>
                <a:latin typeface="Poppins" pitchFamily="2" charset="77"/>
                <a:cs typeface="Poppins" pitchFamily="2" charset="77"/>
              </a:defRPr>
            </a:lvl1pPr>
            <a:lvl2pPr marL="457200" indent="0">
              <a:buNone/>
              <a:defRPr>
                <a:solidFill>
                  <a:schemeClr val="bg2">
                    <a:lumMod val="10000"/>
                  </a:schemeClr>
                </a:solidFill>
                <a:latin typeface="Poppins" pitchFamily="2" charset="77"/>
                <a:cs typeface="Poppins" pitchFamily="2" charset="77"/>
              </a:defRPr>
            </a:lvl2pPr>
            <a:lvl3pPr marL="914400" indent="0">
              <a:buNone/>
              <a:defRPr>
                <a:solidFill>
                  <a:schemeClr val="bg2">
                    <a:lumMod val="10000"/>
                  </a:schemeClr>
                </a:solidFill>
                <a:latin typeface="Poppins" pitchFamily="2" charset="77"/>
                <a:cs typeface="Poppins" pitchFamily="2" charset="77"/>
              </a:defRPr>
            </a:lvl3pPr>
            <a:lvl4pPr marL="1371600" indent="0">
              <a:buNone/>
              <a:defRPr>
                <a:solidFill>
                  <a:schemeClr val="bg2">
                    <a:lumMod val="10000"/>
                  </a:schemeClr>
                </a:solidFill>
                <a:latin typeface="Poppins" pitchFamily="2" charset="77"/>
                <a:cs typeface="Poppins" pitchFamily="2" charset="77"/>
              </a:defRPr>
            </a:lvl4pPr>
            <a:lvl5pPr marL="1828800" indent="0">
              <a:buNone/>
              <a:defRPr>
                <a:solidFill>
                  <a:schemeClr val="bg2">
                    <a:lumMod val="10000"/>
                  </a:schemeClr>
                </a:solidFill>
                <a:latin typeface="Poppins" pitchFamily="2" charset="77"/>
                <a:cs typeface="Poppins" pitchFamily="2" charset="77"/>
              </a:defRPr>
            </a:lvl5pPr>
          </a:lstStyle>
          <a:p>
            <a:pPr lvl="0"/>
            <a:r>
              <a:rPr lang="en-GB"/>
              <a:t>Click to edit text</a:t>
            </a:r>
          </a:p>
        </p:txBody>
      </p:sp>
      <p:sp>
        <p:nvSpPr>
          <p:cNvPr id="17" name="Freeform 17">
            <a:extLst>
              <a:ext uri="{FF2B5EF4-FFF2-40B4-BE49-F238E27FC236}">
                <a16:creationId xmlns:a16="http://schemas.microsoft.com/office/drawing/2014/main" id="{8CEB8750-87B7-01B1-3299-2BB57023F4AC}"/>
              </a:ext>
            </a:extLst>
          </p:cNvPr>
          <p:cNvSpPr/>
          <p:nvPr/>
        </p:nvSpPr>
        <p:spPr>
          <a:xfrm>
            <a:off x="704580" y="717152"/>
            <a:ext cx="1545292" cy="1545292"/>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chemeClr val="accent6"/>
          </a:solidFill>
        </p:spPr>
        <p:txBody>
          <a:bodyPr/>
          <a:lstStyle/>
          <a:p>
            <a:endParaRPr lang="it-IT"/>
          </a:p>
        </p:txBody>
      </p:sp>
      <p:sp>
        <p:nvSpPr>
          <p:cNvPr id="26" name="Text Placeholder 25">
            <a:extLst>
              <a:ext uri="{FF2B5EF4-FFF2-40B4-BE49-F238E27FC236}">
                <a16:creationId xmlns:a16="http://schemas.microsoft.com/office/drawing/2014/main" id="{3CC916C6-B9FA-389E-184F-AA9E4CAB16C3}"/>
              </a:ext>
            </a:extLst>
          </p:cNvPr>
          <p:cNvSpPr>
            <a:spLocks noGrp="1"/>
          </p:cNvSpPr>
          <p:nvPr>
            <p:ph type="body" sz="quarter" idx="11" hasCustomPrompt="1"/>
          </p:nvPr>
        </p:nvSpPr>
        <p:spPr>
          <a:xfrm>
            <a:off x="869857" y="947667"/>
            <a:ext cx="1195388" cy="1084262"/>
          </a:xfrm>
        </p:spPr>
        <p:txBody>
          <a:bodyPr anchor="ctr">
            <a:normAutofit/>
          </a:bodyPr>
          <a:lstStyle>
            <a:lvl1pPr marL="0" indent="0" algn="ctr">
              <a:buNone/>
              <a:defRPr sz="5400">
                <a:solidFill>
                  <a:schemeClr val="bg1"/>
                </a:solidFill>
                <a:latin typeface="Poppins" pitchFamily="2" charset="77"/>
                <a:cs typeface="Poppins" pitchFamily="2" charset="77"/>
              </a:defRPr>
            </a:lvl1pPr>
          </a:lstStyle>
          <a:p>
            <a:pPr lvl="0"/>
            <a:r>
              <a:rPr lang="en-GB"/>
              <a:t>0.0</a:t>
            </a:r>
            <a:endParaRPr lang="it-IT"/>
          </a:p>
        </p:txBody>
      </p:sp>
      <p:sp>
        <p:nvSpPr>
          <p:cNvPr id="11" name="Freeform 2">
            <a:extLst>
              <a:ext uri="{FF2B5EF4-FFF2-40B4-BE49-F238E27FC236}">
                <a16:creationId xmlns:a16="http://schemas.microsoft.com/office/drawing/2014/main" id="{F799F0B8-359A-6CFB-C97E-004E3135CFF7}"/>
              </a:ext>
            </a:extLst>
          </p:cNvPr>
          <p:cNvSpPr/>
          <p:nvPr userDrawn="1"/>
        </p:nvSpPr>
        <p:spPr>
          <a:xfrm>
            <a:off x="9618534" y="640780"/>
            <a:ext cx="2007511" cy="493128"/>
          </a:xfrm>
          <a:custGeom>
            <a:avLst/>
            <a:gdLst/>
            <a:ahLst/>
            <a:cxnLst/>
            <a:rect l="l" t="t" r="r" b="b"/>
            <a:pathLst>
              <a:path w="3195166" h="784865">
                <a:moveTo>
                  <a:pt x="0" y="0"/>
                </a:moveTo>
                <a:lnTo>
                  <a:pt x="3195166" y="0"/>
                </a:lnTo>
                <a:lnTo>
                  <a:pt x="3195166" y="784864"/>
                </a:lnTo>
                <a:lnTo>
                  <a:pt x="0" y="784864"/>
                </a:lnTo>
                <a:lnTo>
                  <a:pt x="0" y="0"/>
                </a:lnTo>
                <a:close/>
              </a:path>
            </a:pathLst>
          </a:custGeom>
          <a:blipFill>
            <a:blip r:embed="rId2"/>
            <a:stretch>
              <a:fillRect/>
            </a:stretch>
          </a:blipFill>
        </p:spPr>
        <p:txBody>
          <a:bodyPr/>
          <a:lstStyle/>
          <a:p>
            <a:endParaRPr lang="it-IT"/>
          </a:p>
        </p:txBody>
      </p:sp>
      <p:grpSp>
        <p:nvGrpSpPr>
          <p:cNvPr id="12" name="Group 11">
            <a:extLst>
              <a:ext uri="{FF2B5EF4-FFF2-40B4-BE49-F238E27FC236}">
                <a16:creationId xmlns:a16="http://schemas.microsoft.com/office/drawing/2014/main" id="{AAC160BD-4FC7-BB94-86F7-6813CC6B2DF8}"/>
              </a:ext>
            </a:extLst>
          </p:cNvPr>
          <p:cNvGrpSpPr/>
          <p:nvPr userDrawn="1"/>
        </p:nvGrpSpPr>
        <p:grpSpPr>
          <a:xfrm>
            <a:off x="4571999" y="5464408"/>
            <a:ext cx="7101826" cy="716282"/>
            <a:chOff x="4891394" y="5958082"/>
            <a:chExt cx="7101826" cy="716282"/>
          </a:xfrm>
        </p:grpSpPr>
        <p:sp>
          <p:nvSpPr>
            <p:cNvPr id="16" name="Freeform 9">
              <a:extLst>
                <a:ext uri="{FF2B5EF4-FFF2-40B4-BE49-F238E27FC236}">
                  <a16:creationId xmlns:a16="http://schemas.microsoft.com/office/drawing/2014/main" id="{38BFB08F-164C-E1C9-1F78-D145DBD5AE0C}"/>
                </a:ext>
              </a:extLst>
            </p:cNvPr>
            <p:cNvSpPr/>
            <p:nvPr userDrawn="1"/>
          </p:nvSpPr>
          <p:spPr>
            <a:xfrm>
              <a:off x="11313282" y="5958082"/>
              <a:ext cx="679938" cy="716282"/>
            </a:xfrm>
            <a:custGeom>
              <a:avLst/>
              <a:gdLst/>
              <a:ahLst/>
              <a:cxnLst/>
              <a:rect l="l" t="t" r="r" b="b"/>
              <a:pathLst>
                <a:path w="1163225" h="1225402">
                  <a:moveTo>
                    <a:pt x="0" y="0"/>
                  </a:moveTo>
                  <a:lnTo>
                    <a:pt x="1163225" y="0"/>
                  </a:lnTo>
                  <a:lnTo>
                    <a:pt x="1163225" y="1225402"/>
                  </a:lnTo>
                  <a:lnTo>
                    <a:pt x="0" y="1225402"/>
                  </a:lnTo>
                  <a:lnTo>
                    <a:pt x="0" y="0"/>
                  </a:lnTo>
                  <a:close/>
                </a:path>
              </a:pathLst>
            </a:custGeom>
            <a:blipFill>
              <a:blip r:embed="rId3"/>
              <a:stretch>
                <a:fillRect/>
              </a:stretch>
            </a:blipFill>
          </p:spPr>
          <p:txBody>
            <a:bodyPr/>
            <a:lstStyle/>
            <a:p>
              <a:endParaRPr lang="it-IT"/>
            </a:p>
          </p:txBody>
        </p:sp>
        <p:cxnSp>
          <p:nvCxnSpPr>
            <p:cNvPr id="19" name="Straight Connector 18">
              <a:extLst>
                <a:ext uri="{FF2B5EF4-FFF2-40B4-BE49-F238E27FC236}">
                  <a16:creationId xmlns:a16="http://schemas.microsoft.com/office/drawing/2014/main" id="{4F0CC299-51B0-8586-8D8B-3F162EB725DC}"/>
                </a:ext>
              </a:extLst>
            </p:cNvPr>
            <p:cNvCxnSpPr>
              <a:cxnSpLocks/>
            </p:cNvCxnSpPr>
            <p:nvPr userDrawn="1"/>
          </p:nvCxnSpPr>
          <p:spPr>
            <a:xfrm>
              <a:off x="11224439" y="6007982"/>
              <a:ext cx="0" cy="639295"/>
            </a:xfrm>
            <a:prstGeom prst="line">
              <a:avLst/>
            </a:prstGeom>
            <a:ln w="12700">
              <a:solidFill>
                <a:srgbClr val="0D145C"/>
              </a:solidFill>
            </a:ln>
          </p:spPr>
          <p:style>
            <a:lnRef idx="2">
              <a:schemeClr val="accent1"/>
            </a:lnRef>
            <a:fillRef idx="0">
              <a:schemeClr val="accent1"/>
            </a:fillRef>
            <a:effectRef idx="1">
              <a:schemeClr val="accent1"/>
            </a:effectRef>
            <a:fontRef idx="minor">
              <a:schemeClr val="tx1"/>
            </a:fontRef>
          </p:style>
        </p:cxnSp>
        <p:sp>
          <p:nvSpPr>
            <p:cNvPr id="21" name="TextBox 20">
              <a:extLst>
                <a:ext uri="{FF2B5EF4-FFF2-40B4-BE49-F238E27FC236}">
                  <a16:creationId xmlns:a16="http://schemas.microsoft.com/office/drawing/2014/main" id="{E5D51266-D9E4-352E-A667-FA5499BD9549}"/>
                </a:ext>
              </a:extLst>
            </p:cNvPr>
            <p:cNvSpPr txBox="1"/>
            <p:nvPr userDrawn="1"/>
          </p:nvSpPr>
          <p:spPr>
            <a:xfrm>
              <a:off x="4891394" y="6062308"/>
              <a:ext cx="6288623" cy="507831"/>
            </a:xfrm>
            <a:prstGeom prst="rect">
              <a:avLst/>
            </a:prstGeom>
            <a:noFill/>
          </p:spPr>
          <p:txBody>
            <a:bodyPr wrap="square" rtlCol="0" anchor="ctr">
              <a:spAutoFit/>
            </a:bodyPr>
            <a:lstStyle/>
            <a:p>
              <a:pPr algn="r"/>
              <a:r>
                <a:rPr lang="en-GB" sz="900">
                  <a:solidFill>
                    <a:srgbClr val="0E145D"/>
                  </a:solidFill>
                  <a:effectLst/>
                  <a:latin typeface="Helvetica Neue" panose="02000503000000020004" pitchFamily="2" charset="0"/>
                </a:rPr>
                <a:t>Co-funded by the European Union. Views and opinions expressed are however those of the author(s) only and do not necessarily reflect those of the European Union or the European Education and Culture Executive Agency (EACEA). Neither the European Union nor EACEA can be held responsible for them.</a:t>
              </a:r>
            </a:p>
          </p:txBody>
        </p:sp>
      </p:grpSp>
    </p:spTree>
    <p:extLst>
      <p:ext uri="{BB962C8B-B14F-4D97-AF65-F5344CB8AC3E}">
        <p14:creationId xmlns:p14="http://schemas.microsoft.com/office/powerpoint/2010/main" val="424666835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hapter Title Slide_Blue Background">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B8B8DAF9-37B6-5AB1-E831-FA4B13996D1F}"/>
              </a:ext>
            </a:extLst>
          </p:cNvPr>
          <p:cNvGrpSpPr/>
          <p:nvPr userDrawn="1"/>
        </p:nvGrpSpPr>
        <p:grpSpPr>
          <a:xfrm>
            <a:off x="6163283" y="-1347060"/>
            <a:ext cx="2998920" cy="2998920"/>
            <a:chOff x="0" y="0"/>
            <a:chExt cx="812800" cy="812800"/>
          </a:xfrm>
        </p:grpSpPr>
        <p:sp>
          <p:nvSpPr>
            <p:cNvPr id="3" name="Freeform 3">
              <a:extLst>
                <a:ext uri="{FF2B5EF4-FFF2-40B4-BE49-F238E27FC236}">
                  <a16:creationId xmlns:a16="http://schemas.microsoft.com/office/drawing/2014/main" id="{02D2ABF5-DAD4-AEF6-96C0-DCB74376133E}"/>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CDD55"/>
            </a:solidFill>
          </p:spPr>
          <p:txBody>
            <a:bodyPr/>
            <a:lstStyle/>
            <a:p>
              <a:endParaRPr lang="it-IT"/>
            </a:p>
          </p:txBody>
        </p:sp>
        <p:sp>
          <p:nvSpPr>
            <p:cNvPr id="4" name="TextBox 4">
              <a:extLst>
                <a:ext uri="{FF2B5EF4-FFF2-40B4-BE49-F238E27FC236}">
                  <a16:creationId xmlns:a16="http://schemas.microsoft.com/office/drawing/2014/main" id="{EEBA6D2E-E09E-500B-8AEF-4C657147425C}"/>
                </a:ext>
              </a:extLst>
            </p:cNvPr>
            <p:cNvSpPr txBox="1"/>
            <p:nvPr/>
          </p:nvSpPr>
          <p:spPr>
            <a:xfrm>
              <a:off x="76200" y="19050"/>
              <a:ext cx="660400" cy="717550"/>
            </a:xfrm>
            <a:prstGeom prst="rect">
              <a:avLst/>
            </a:prstGeom>
          </p:spPr>
          <p:txBody>
            <a:bodyPr lIns="50800" tIns="50800" rIns="50800" bIns="50800" rtlCol="0" anchor="ctr"/>
            <a:lstStyle/>
            <a:p>
              <a:pPr algn="ctr">
                <a:lnSpc>
                  <a:spcPts val="3080"/>
                </a:lnSpc>
              </a:pPr>
              <a:endParaRPr/>
            </a:p>
          </p:txBody>
        </p:sp>
      </p:grpSp>
      <p:grpSp>
        <p:nvGrpSpPr>
          <p:cNvPr id="5" name="Group 5">
            <a:extLst>
              <a:ext uri="{FF2B5EF4-FFF2-40B4-BE49-F238E27FC236}">
                <a16:creationId xmlns:a16="http://schemas.microsoft.com/office/drawing/2014/main" id="{B73990EF-31DE-235E-415A-332A8932B808}"/>
              </a:ext>
            </a:extLst>
          </p:cNvPr>
          <p:cNvGrpSpPr/>
          <p:nvPr userDrawn="1"/>
        </p:nvGrpSpPr>
        <p:grpSpPr>
          <a:xfrm>
            <a:off x="10379651" y="3446369"/>
            <a:ext cx="4385452" cy="4385453"/>
            <a:chOff x="0" y="0"/>
            <a:chExt cx="812800" cy="812800"/>
          </a:xfrm>
        </p:grpSpPr>
        <p:sp>
          <p:nvSpPr>
            <p:cNvPr id="6" name="Freeform 6">
              <a:extLst>
                <a:ext uri="{FF2B5EF4-FFF2-40B4-BE49-F238E27FC236}">
                  <a16:creationId xmlns:a16="http://schemas.microsoft.com/office/drawing/2014/main" id="{F375DCA2-E5AD-68E0-19EA-F788EFA2E0B0}"/>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chemeClr val="accent2"/>
            </a:solidFill>
          </p:spPr>
          <p:txBody>
            <a:bodyPr/>
            <a:lstStyle/>
            <a:p>
              <a:endParaRPr lang="it-IT"/>
            </a:p>
          </p:txBody>
        </p:sp>
        <p:sp>
          <p:nvSpPr>
            <p:cNvPr id="7" name="TextBox 7">
              <a:extLst>
                <a:ext uri="{FF2B5EF4-FFF2-40B4-BE49-F238E27FC236}">
                  <a16:creationId xmlns:a16="http://schemas.microsoft.com/office/drawing/2014/main" id="{160C3EBD-9DC5-4CBF-C536-EC530F3D4297}"/>
                </a:ext>
              </a:extLst>
            </p:cNvPr>
            <p:cNvSpPr txBox="1"/>
            <p:nvPr/>
          </p:nvSpPr>
          <p:spPr>
            <a:xfrm>
              <a:off x="76200" y="19050"/>
              <a:ext cx="660400" cy="717550"/>
            </a:xfrm>
            <a:prstGeom prst="rect">
              <a:avLst/>
            </a:prstGeom>
          </p:spPr>
          <p:txBody>
            <a:bodyPr lIns="50800" tIns="50800" rIns="50800" bIns="50800" rtlCol="0" anchor="ctr"/>
            <a:lstStyle/>
            <a:p>
              <a:pPr algn="ctr">
                <a:lnSpc>
                  <a:spcPts val="3080"/>
                </a:lnSpc>
              </a:pPr>
              <a:endParaRPr/>
            </a:p>
          </p:txBody>
        </p:sp>
      </p:grpSp>
      <p:grpSp>
        <p:nvGrpSpPr>
          <p:cNvPr id="8" name="Group 8">
            <a:extLst>
              <a:ext uri="{FF2B5EF4-FFF2-40B4-BE49-F238E27FC236}">
                <a16:creationId xmlns:a16="http://schemas.microsoft.com/office/drawing/2014/main" id="{A1B9EF28-F1BA-E762-3982-A4C5F5ED3092}"/>
              </a:ext>
            </a:extLst>
          </p:cNvPr>
          <p:cNvGrpSpPr/>
          <p:nvPr userDrawn="1"/>
        </p:nvGrpSpPr>
        <p:grpSpPr>
          <a:xfrm>
            <a:off x="347886" y="429459"/>
            <a:ext cx="11495879" cy="5931358"/>
            <a:chOff x="0" y="-38100"/>
            <a:chExt cx="4274726" cy="2205567"/>
          </a:xfrm>
        </p:grpSpPr>
        <p:sp>
          <p:nvSpPr>
            <p:cNvPr id="9" name="Freeform 9">
              <a:extLst>
                <a:ext uri="{FF2B5EF4-FFF2-40B4-BE49-F238E27FC236}">
                  <a16:creationId xmlns:a16="http://schemas.microsoft.com/office/drawing/2014/main" id="{A8D85B74-D494-5644-8B4D-39985D0DC3D1}"/>
                </a:ext>
              </a:extLst>
            </p:cNvPr>
            <p:cNvSpPr/>
            <p:nvPr/>
          </p:nvSpPr>
          <p:spPr>
            <a:xfrm>
              <a:off x="0" y="0"/>
              <a:ext cx="4274726" cy="2167467"/>
            </a:xfrm>
            <a:custGeom>
              <a:avLst/>
              <a:gdLst/>
              <a:ahLst/>
              <a:cxnLst/>
              <a:rect l="l" t="t" r="r" b="b"/>
              <a:pathLst>
                <a:path w="4274726" h="2167467">
                  <a:moveTo>
                    <a:pt x="19080" y="0"/>
                  </a:moveTo>
                  <a:lnTo>
                    <a:pt x="4255646" y="0"/>
                  </a:lnTo>
                  <a:cubicBezTo>
                    <a:pt x="4266183" y="0"/>
                    <a:pt x="4274726" y="8542"/>
                    <a:pt x="4274726" y="19080"/>
                  </a:cubicBezTo>
                  <a:lnTo>
                    <a:pt x="4274726" y="2148387"/>
                  </a:lnTo>
                  <a:cubicBezTo>
                    <a:pt x="4274726" y="2158924"/>
                    <a:pt x="4266183" y="2167467"/>
                    <a:pt x="4255646" y="2167467"/>
                  </a:cubicBezTo>
                  <a:lnTo>
                    <a:pt x="19080" y="2167467"/>
                  </a:lnTo>
                  <a:cubicBezTo>
                    <a:pt x="8542" y="2167467"/>
                    <a:pt x="0" y="2158924"/>
                    <a:pt x="0" y="2148387"/>
                  </a:cubicBezTo>
                  <a:lnTo>
                    <a:pt x="0" y="19080"/>
                  </a:lnTo>
                  <a:cubicBezTo>
                    <a:pt x="0" y="8542"/>
                    <a:pt x="8542" y="0"/>
                    <a:pt x="19080" y="0"/>
                  </a:cubicBezTo>
                  <a:close/>
                </a:path>
              </a:pathLst>
            </a:custGeom>
            <a:solidFill>
              <a:srgbClr val="0E145D"/>
            </a:solidFill>
          </p:spPr>
          <p:txBody>
            <a:bodyPr/>
            <a:lstStyle/>
            <a:p>
              <a:endParaRPr lang="it-IT"/>
            </a:p>
          </p:txBody>
        </p:sp>
        <p:sp>
          <p:nvSpPr>
            <p:cNvPr id="10" name="TextBox 10">
              <a:extLst>
                <a:ext uri="{FF2B5EF4-FFF2-40B4-BE49-F238E27FC236}">
                  <a16:creationId xmlns:a16="http://schemas.microsoft.com/office/drawing/2014/main" id="{3EFB2B42-74BF-74C3-4078-525EDEEF03F0}"/>
                </a:ext>
              </a:extLst>
            </p:cNvPr>
            <p:cNvSpPr txBox="1"/>
            <p:nvPr/>
          </p:nvSpPr>
          <p:spPr>
            <a:xfrm>
              <a:off x="0" y="-38100"/>
              <a:ext cx="4274726" cy="2205567"/>
            </a:xfrm>
            <a:prstGeom prst="rect">
              <a:avLst/>
            </a:prstGeom>
          </p:spPr>
          <p:txBody>
            <a:bodyPr lIns="50800" tIns="50800" rIns="50800" bIns="50800" rtlCol="0" anchor="ctr"/>
            <a:lstStyle/>
            <a:p>
              <a:pPr algn="ctr">
                <a:lnSpc>
                  <a:spcPts val="2659"/>
                </a:lnSpc>
                <a:spcBef>
                  <a:spcPct val="0"/>
                </a:spcBef>
              </a:pPr>
              <a:endParaRPr/>
            </a:p>
          </p:txBody>
        </p:sp>
      </p:grpSp>
      <p:grpSp>
        <p:nvGrpSpPr>
          <p:cNvPr id="13" name="Group 13">
            <a:extLst>
              <a:ext uri="{FF2B5EF4-FFF2-40B4-BE49-F238E27FC236}">
                <a16:creationId xmlns:a16="http://schemas.microsoft.com/office/drawing/2014/main" id="{EE67CC94-F960-19A2-108D-E57621735367}"/>
              </a:ext>
            </a:extLst>
          </p:cNvPr>
          <p:cNvGrpSpPr/>
          <p:nvPr userDrawn="1"/>
        </p:nvGrpSpPr>
        <p:grpSpPr>
          <a:xfrm>
            <a:off x="-1305128" y="4060290"/>
            <a:ext cx="4385452" cy="4385453"/>
            <a:chOff x="0" y="0"/>
            <a:chExt cx="812800" cy="812800"/>
          </a:xfrm>
        </p:grpSpPr>
        <p:sp>
          <p:nvSpPr>
            <p:cNvPr id="14" name="Freeform 14">
              <a:extLst>
                <a:ext uri="{FF2B5EF4-FFF2-40B4-BE49-F238E27FC236}">
                  <a16:creationId xmlns:a16="http://schemas.microsoft.com/office/drawing/2014/main" id="{F293B56B-27F2-99F8-DF77-B700CABF32A9}"/>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chemeClr val="accent1"/>
            </a:solidFill>
          </p:spPr>
          <p:txBody>
            <a:bodyPr/>
            <a:lstStyle/>
            <a:p>
              <a:endParaRPr lang="it-IT"/>
            </a:p>
          </p:txBody>
        </p:sp>
        <p:sp>
          <p:nvSpPr>
            <p:cNvPr id="15" name="TextBox 15">
              <a:extLst>
                <a:ext uri="{FF2B5EF4-FFF2-40B4-BE49-F238E27FC236}">
                  <a16:creationId xmlns:a16="http://schemas.microsoft.com/office/drawing/2014/main" id="{F5EA6F54-FAC1-85C0-0F3A-C9B211DA6335}"/>
                </a:ext>
              </a:extLst>
            </p:cNvPr>
            <p:cNvSpPr txBox="1"/>
            <p:nvPr/>
          </p:nvSpPr>
          <p:spPr>
            <a:xfrm>
              <a:off x="76200" y="19050"/>
              <a:ext cx="660400" cy="717550"/>
            </a:xfrm>
            <a:prstGeom prst="rect">
              <a:avLst/>
            </a:prstGeom>
          </p:spPr>
          <p:txBody>
            <a:bodyPr lIns="50800" tIns="50800" rIns="50800" bIns="50800" rtlCol="0" anchor="ctr"/>
            <a:lstStyle/>
            <a:p>
              <a:pPr algn="ctr">
                <a:lnSpc>
                  <a:spcPts val="3080"/>
                </a:lnSpc>
              </a:pPr>
              <a:endParaRPr/>
            </a:p>
          </p:txBody>
        </p:sp>
      </p:grpSp>
      <p:sp>
        <p:nvSpPr>
          <p:cNvPr id="18" name="TextBox 18">
            <a:extLst>
              <a:ext uri="{FF2B5EF4-FFF2-40B4-BE49-F238E27FC236}">
                <a16:creationId xmlns:a16="http://schemas.microsoft.com/office/drawing/2014/main" id="{13E38D8B-4950-DE2A-5A98-DC1CF9AB5AE9}"/>
              </a:ext>
            </a:extLst>
          </p:cNvPr>
          <p:cNvSpPr txBox="1"/>
          <p:nvPr/>
        </p:nvSpPr>
        <p:spPr>
          <a:xfrm>
            <a:off x="849451" y="753370"/>
            <a:ext cx="1255550" cy="1364203"/>
          </a:xfrm>
          <a:prstGeom prst="rect">
            <a:avLst/>
          </a:prstGeom>
        </p:spPr>
        <p:txBody>
          <a:bodyPr lIns="50800" tIns="50800" rIns="50800" bIns="50800" rtlCol="0" anchor="ctr"/>
          <a:lstStyle/>
          <a:p>
            <a:pPr algn="ctr">
              <a:lnSpc>
                <a:spcPts val="3080"/>
              </a:lnSpc>
            </a:pPr>
            <a:endParaRPr/>
          </a:p>
        </p:txBody>
      </p:sp>
      <p:sp>
        <p:nvSpPr>
          <p:cNvPr id="22" name="Title 21">
            <a:extLst>
              <a:ext uri="{FF2B5EF4-FFF2-40B4-BE49-F238E27FC236}">
                <a16:creationId xmlns:a16="http://schemas.microsoft.com/office/drawing/2014/main" id="{BA6AB66B-FC32-51D3-C305-FEA473A4CAFD}"/>
              </a:ext>
            </a:extLst>
          </p:cNvPr>
          <p:cNvSpPr>
            <a:spLocks noGrp="1"/>
          </p:cNvSpPr>
          <p:nvPr>
            <p:ph type="title" hasCustomPrompt="1"/>
          </p:nvPr>
        </p:nvSpPr>
        <p:spPr>
          <a:xfrm>
            <a:off x="3599143" y="1875363"/>
            <a:ext cx="7804852" cy="1545987"/>
          </a:xfrm>
        </p:spPr>
        <p:txBody>
          <a:bodyPr anchor="t">
            <a:noAutofit/>
          </a:bodyPr>
          <a:lstStyle>
            <a:lvl1pPr algn="r">
              <a:defRPr sz="6000" b="1">
                <a:solidFill>
                  <a:schemeClr val="bg1"/>
                </a:solidFill>
                <a:latin typeface="Poppins" pitchFamily="2" charset="77"/>
                <a:cs typeface="Poppins" pitchFamily="2" charset="77"/>
              </a:defRPr>
            </a:lvl1pPr>
          </a:lstStyle>
          <a:p>
            <a:r>
              <a:rPr lang="en-GB"/>
              <a:t>CLICK TO EDIT MASTER TITLE STYLE</a:t>
            </a:r>
            <a:endParaRPr lang="it-IT"/>
          </a:p>
        </p:txBody>
      </p:sp>
      <p:sp>
        <p:nvSpPr>
          <p:cNvPr id="23" name="Text Placeholder 24">
            <a:extLst>
              <a:ext uri="{FF2B5EF4-FFF2-40B4-BE49-F238E27FC236}">
                <a16:creationId xmlns:a16="http://schemas.microsoft.com/office/drawing/2014/main" id="{4A803709-2C3E-9FC9-5EBF-5794E337AC61}"/>
              </a:ext>
            </a:extLst>
          </p:cNvPr>
          <p:cNvSpPr>
            <a:spLocks noGrp="1"/>
          </p:cNvSpPr>
          <p:nvPr>
            <p:ph type="body" sz="quarter" idx="10" hasCustomPrompt="1"/>
          </p:nvPr>
        </p:nvSpPr>
        <p:spPr>
          <a:xfrm>
            <a:off x="4740451" y="3549153"/>
            <a:ext cx="6654775" cy="528638"/>
          </a:xfrm>
        </p:spPr>
        <p:txBody>
          <a:bodyPr/>
          <a:lstStyle>
            <a:lvl1pPr marL="0" indent="0" algn="r">
              <a:buNone/>
              <a:defRPr>
                <a:solidFill>
                  <a:schemeClr val="bg1"/>
                </a:solidFill>
                <a:latin typeface="Poppins" pitchFamily="2" charset="77"/>
                <a:cs typeface="Poppins" pitchFamily="2" charset="77"/>
              </a:defRPr>
            </a:lvl1pPr>
            <a:lvl2pPr marL="457200" indent="0">
              <a:buNone/>
              <a:defRPr>
                <a:solidFill>
                  <a:schemeClr val="bg2">
                    <a:lumMod val="10000"/>
                  </a:schemeClr>
                </a:solidFill>
                <a:latin typeface="Poppins" pitchFamily="2" charset="77"/>
                <a:cs typeface="Poppins" pitchFamily="2" charset="77"/>
              </a:defRPr>
            </a:lvl2pPr>
            <a:lvl3pPr marL="914400" indent="0">
              <a:buNone/>
              <a:defRPr>
                <a:solidFill>
                  <a:schemeClr val="bg2">
                    <a:lumMod val="10000"/>
                  </a:schemeClr>
                </a:solidFill>
                <a:latin typeface="Poppins" pitchFamily="2" charset="77"/>
                <a:cs typeface="Poppins" pitchFamily="2" charset="77"/>
              </a:defRPr>
            </a:lvl3pPr>
            <a:lvl4pPr marL="1371600" indent="0">
              <a:buNone/>
              <a:defRPr>
                <a:solidFill>
                  <a:schemeClr val="bg2">
                    <a:lumMod val="10000"/>
                  </a:schemeClr>
                </a:solidFill>
                <a:latin typeface="Poppins" pitchFamily="2" charset="77"/>
                <a:cs typeface="Poppins" pitchFamily="2" charset="77"/>
              </a:defRPr>
            </a:lvl4pPr>
            <a:lvl5pPr marL="1828800" indent="0">
              <a:buNone/>
              <a:defRPr>
                <a:solidFill>
                  <a:schemeClr val="bg2">
                    <a:lumMod val="10000"/>
                  </a:schemeClr>
                </a:solidFill>
                <a:latin typeface="Poppins" pitchFamily="2" charset="77"/>
                <a:cs typeface="Poppins" pitchFamily="2" charset="77"/>
              </a:defRPr>
            </a:lvl5pPr>
          </a:lstStyle>
          <a:p>
            <a:pPr lvl="0"/>
            <a:r>
              <a:rPr lang="en-GB"/>
              <a:t>Click to edit text</a:t>
            </a:r>
          </a:p>
        </p:txBody>
      </p:sp>
      <p:sp>
        <p:nvSpPr>
          <p:cNvPr id="11" name="AutoShape 20">
            <a:extLst>
              <a:ext uri="{FF2B5EF4-FFF2-40B4-BE49-F238E27FC236}">
                <a16:creationId xmlns:a16="http://schemas.microsoft.com/office/drawing/2014/main" id="{73FFAEBC-6EF8-0775-2854-F5F7F7AC58FE}"/>
              </a:ext>
            </a:extLst>
          </p:cNvPr>
          <p:cNvSpPr/>
          <p:nvPr userDrawn="1"/>
        </p:nvSpPr>
        <p:spPr>
          <a:xfrm flipH="1" flipV="1">
            <a:off x="1456292" y="1591789"/>
            <a:ext cx="3563180" cy="5828896"/>
          </a:xfrm>
          <a:prstGeom prst="line">
            <a:avLst/>
          </a:prstGeom>
          <a:ln w="142875" cap="flat">
            <a:solidFill>
              <a:schemeClr val="bg1"/>
            </a:solidFill>
            <a:prstDash val="solid"/>
            <a:headEnd type="none" w="sm" len="sm"/>
            <a:tailEnd type="none" w="sm" len="sm"/>
          </a:ln>
        </p:spPr>
        <p:txBody>
          <a:bodyPr/>
          <a:lstStyle/>
          <a:p>
            <a:endParaRPr lang="it-IT"/>
          </a:p>
        </p:txBody>
      </p:sp>
      <p:sp>
        <p:nvSpPr>
          <p:cNvPr id="17" name="Freeform 17">
            <a:extLst>
              <a:ext uri="{FF2B5EF4-FFF2-40B4-BE49-F238E27FC236}">
                <a16:creationId xmlns:a16="http://schemas.microsoft.com/office/drawing/2014/main" id="{8CEB8750-87B7-01B1-3299-2BB57023F4AC}"/>
              </a:ext>
            </a:extLst>
          </p:cNvPr>
          <p:cNvSpPr/>
          <p:nvPr/>
        </p:nvSpPr>
        <p:spPr>
          <a:xfrm>
            <a:off x="704580" y="717152"/>
            <a:ext cx="1545292" cy="1545292"/>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txBody>
          <a:bodyPr/>
          <a:lstStyle/>
          <a:p>
            <a:endParaRPr lang="it-IT"/>
          </a:p>
        </p:txBody>
      </p:sp>
      <p:sp>
        <p:nvSpPr>
          <p:cNvPr id="26" name="Text Placeholder 25">
            <a:extLst>
              <a:ext uri="{FF2B5EF4-FFF2-40B4-BE49-F238E27FC236}">
                <a16:creationId xmlns:a16="http://schemas.microsoft.com/office/drawing/2014/main" id="{3CC916C6-B9FA-389E-184F-AA9E4CAB16C3}"/>
              </a:ext>
            </a:extLst>
          </p:cNvPr>
          <p:cNvSpPr>
            <a:spLocks noGrp="1"/>
          </p:cNvSpPr>
          <p:nvPr>
            <p:ph type="body" sz="quarter" idx="11" hasCustomPrompt="1"/>
          </p:nvPr>
        </p:nvSpPr>
        <p:spPr>
          <a:xfrm>
            <a:off x="869857" y="947667"/>
            <a:ext cx="1195388" cy="1084262"/>
          </a:xfrm>
        </p:spPr>
        <p:txBody>
          <a:bodyPr anchor="ctr">
            <a:normAutofit/>
          </a:bodyPr>
          <a:lstStyle>
            <a:lvl1pPr marL="0" indent="0" algn="ctr">
              <a:buNone/>
              <a:defRPr sz="5400">
                <a:latin typeface="Poppins" pitchFamily="2" charset="77"/>
                <a:cs typeface="Poppins" pitchFamily="2" charset="77"/>
              </a:defRPr>
            </a:lvl1pPr>
          </a:lstStyle>
          <a:p>
            <a:pPr lvl="0"/>
            <a:r>
              <a:rPr lang="en-GB"/>
              <a:t>0.0</a:t>
            </a:r>
            <a:endParaRPr lang="it-IT"/>
          </a:p>
        </p:txBody>
      </p:sp>
      <p:grpSp>
        <p:nvGrpSpPr>
          <p:cNvPr id="12" name="Group 11">
            <a:extLst>
              <a:ext uri="{FF2B5EF4-FFF2-40B4-BE49-F238E27FC236}">
                <a16:creationId xmlns:a16="http://schemas.microsoft.com/office/drawing/2014/main" id="{42B177D6-E077-F762-8B91-9D1BF2629EB1}"/>
              </a:ext>
            </a:extLst>
          </p:cNvPr>
          <p:cNvGrpSpPr/>
          <p:nvPr userDrawn="1"/>
        </p:nvGrpSpPr>
        <p:grpSpPr>
          <a:xfrm>
            <a:off x="4571874" y="5465506"/>
            <a:ext cx="7102075" cy="717889"/>
            <a:chOff x="4891146" y="5958082"/>
            <a:chExt cx="7102075" cy="717889"/>
          </a:xfrm>
        </p:grpSpPr>
        <p:pic>
          <p:nvPicPr>
            <p:cNvPr id="16" name="Picture 15" descr="A black and white flag with stars in a circle&#10;&#10;Description automatically generated">
              <a:extLst>
                <a:ext uri="{FF2B5EF4-FFF2-40B4-BE49-F238E27FC236}">
                  <a16:creationId xmlns:a16="http://schemas.microsoft.com/office/drawing/2014/main" id="{AB6A9B14-7651-DA10-0A59-3A06E062B242}"/>
                </a:ext>
              </a:extLst>
            </p:cNvPr>
            <p:cNvPicPr>
              <a:picLocks noChangeAspect="1"/>
            </p:cNvPicPr>
            <p:nvPr userDrawn="1"/>
          </p:nvPicPr>
          <p:blipFill>
            <a:blip r:embed="rId2"/>
            <a:stretch>
              <a:fillRect/>
            </a:stretch>
          </p:blipFill>
          <p:spPr>
            <a:xfrm>
              <a:off x="11313282" y="5958082"/>
              <a:ext cx="679939" cy="717889"/>
            </a:xfrm>
            <a:prstGeom prst="rect">
              <a:avLst/>
            </a:prstGeom>
          </p:spPr>
        </p:pic>
        <p:cxnSp>
          <p:nvCxnSpPr>
            <p:cNvPr id="19" name="Straight Connector 18">
              <a:extLst>
                <a:ext uri="{FF2B5EF4-FFF2-40B4-BE49-F238E27FC236}">
                  <a16:creationId xmlns:a16="http://schemas.microsoft.com/office/drawing/2014/main" id="{051043E3-C966-08CE-0667-59A1099DF21E}"/>
                </a:ext>
              </a:extLst>
            </p:cNvPr>
            <p:cNvCxnSpPr>
              <a:cxnSpLocks/>
            </p:cNvCxnSpPr>
            <p:nvPr userDrawn="1"/>
          </p:nvCxnSpPr>
          <p:spPr>
            <a:xfrm>
              <a:off x="11224439" y="6007982"/>
              <a:ext cx="0" cy="639295"/>
            </a:xfrm>
            <a:prstGeom prst="line">
              <a:avLst/>
            </a:prstGeom>
            <a:ln w="12700">
              <a:solidFill>
                <a:schemeClr val="bg1"/>
              </a:solidFill>
            </a:ln>
          </p:spPr>
          <p:style>
            <a:lnRef idx="2">
              <a:schemeClr val="accent1"/>
            </a:lnRef>
            <a:fillRef idx="0">
              <a:schemeClr val="accent1"/>
            </a:fillRef>
            <a:effectRef idx="1">
              <a:schemeClr val="accent1"/>
            </a:effectRef>
            <a:fontRef idx="minor">
              <a:schemeClr val="tx1"/>
            </a:fontRef>
          </p:style>
        </p:cxnSp>
        <p:sp>
          <p:nvSpPr>
            <p:cNvPr id="21" name="TextBox 20">
              <a:extLst>
                <a:ext uri="{FF2B5EF4-FFF2-40B4-BE49-F238E27FC236}">
                  <a16:creationId xmlns:a16="http://schemas.microsoft.com/office/drawing/2014/main" id="{A92E41CE-177C-F327-EE44-5C312D38C90B}"/>
                </a:ext>
              </a:extLst>
            </p:cNvPr>
            <p:cNvSpPr txBox="1"/>
            <p:nvPr userDrawn="1"/>
          </p:nvSpPr>
          <p:spPr>
            <a:xfrm>
              <a:off x="4891146" y="6062308"/>
              <a:ext cx="6288871" cy="507831"/>
            </a:xfrm>
            <a:prstGeom prst="rect">
              <a:avLst/>
            </a:prstGeom>
            <a:noFill/>
          </p:spPr>
          <p:txBody>
            <a:bodyPr wrap="square" rtlCol="0" anchor="ctr">
              <a:spAutoFit/>
            </a:bodyPr>
            <a:lstStyle/>
            <a:p>
              <a:pPr algn="r"/>
              <a:r>
                <a:rPr lang="en-GB" sz="900">
                  <a:solidFill>
                    <a:schemeClr val="bg1"/>
                  </a:solidFill>
                  <a:effectLst/>
                  <a:latin typeface="Helvetica Neue" panose="02000503000000020004" pitchFamily="2" charset="0"/>
                </a:rPr>
                <a:t>Co-funded by the European Union. Views and opinions expressed are however those of the author(s) only and do not necessarily reflect those of the European Union or the European Education and Culture Executive Agency (EACEA). Neither the European Union nor EACEA can be held responsible for them.</a:t>
              </a:r>
            </a:p>
          </p:txBody>
        </p:sp>
      </p:grpSp>
      <p:pic>
        <p:nvPicPr>
          <p:cNvPr id="35" name="Picture 34" descr="A white text on a black background&#10;&#10;Description automatically generated">
            <a:extLst>
              <a:ext uri="{FF2B5EF4-FFF2-40B4-BE49-F238E27FC236}">
                <a16:creationId xmlns:a16="http://schemas.microsoft.com/office/drawing/2014/main" id="{12175B5B-9A3D-E1C3-67E7-CFCD37C77CE3}"/>
              </a:ext>
            </a:extLst>
          </p:cNvPr>
          <p:cNvPicPr>
            <a:picLocks noChangeAspect="1"/>
          </p:cNvPicPr>
          <p:nvPr userDrawn="1"/>
        </p:nvPicPr>
        <p:blipFill>
          <a:blip r:embed="rId3"/>
          <a:stretch>
            <a:fillRect/>
          </a:stretch>
        </p:blipFill>
        <p:spPr>
          <a:xfrm>
            <a:off x="9618534" y="640780"/>
            <a:ext cx="2007511" cy="492144"/>
          </a:xfrm>
          <a:prstGeom prst="rect">
            <a:avLst/>
          </a:prstGeom>
        </p:spPr>
      </p:pic>
    </p:spTree>
    <p:extLst>
      <p:ext uri="{BB962C8B-B14F-4D97-AF65-F5344CB8AC3E}">
        <p14:creationId xmlns:p14="http://schemas.microsoft.com/office/powerpoint/2010/main" val="299943314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Content_White Background">
    <p:spTree>
      <p:nvGrpSpPr>
        <p:cNvPr id="1" name=""/>
        <p:cNvGrpSpPr/>
        <p:nvPr/>
      </p:nvGrpSpPr>
      <p:grpSpPr>
        <a:xfrm>
          <a:off x="0" y="0"/>
          <a:ext cx="0" cy="0"/>
          <a:chOff x="0" y="0"/>
          <a:chExt cx="0" cy="0"/>
        </a:xfrm>
      </p:grpSpPr>
      <p:sp>
        <p:nvSpPr>
          <p:cNvPr id="10" name="Title 35">
            <a:extLst>
              <a:ext uri="{FF2B5EF4-FFF2-40B4-BE49-F238E27FC236}">
                <a16:creationId xmlns:a16="http://schemas.microsoft.com/office/drawing/2014/main" id="{2C787A33-5453-2F04-AD8F-CAC63AABF0F7}"/>
              </a:ext>
            </a:extLst>
          </p:cNvPr>
          <p:cNvSpPr>
            <a:spLocks noGrp="1"/>
          </p:cNvSpPr>
          <p:nvPr>
            <p:ph type="title" hasCustomPrompt="1"/>
          </p:nvPr>
        </p:nvSpPr>
        <p:spPr>
          <a:xfrm>
            <a:off x="838200" y="845208"/>
            <a:ext cx="9353724" cy="684222"/>
          </a:xfrm>
        </p:spPr>
        <p:txBody>
          <a:bodyPr anchor="t">
            <a:normAutofit/>
          </a:bodyPr>
          <a:lstStyle>
            <a:lvl1pPr>
              <a:lnSpc>
                <a:spcPct val="100000"/>
              </a:lnSpc>
              <a:defRPr sz="4000" b="1">
                <a:latin typeface="Poppins" pitchFamily="2" charset="77"/>
                <a:cs typeface="Poppins" pitchFamily="2" charset="77"/>
              </a:defRPr>
            </a:lvl1pPr>
          </a:lstStyle>
          <a:p>
            <a:r>
              <a:rPr lang="en-GB"/>
              <a:t>Click to edit text </a:t>
            </a:r>
            <a:endParaRPr lang="it-IT"/>
          </a:p>
        </p:txBody>
      </p:sp>
      <p:sp>
        <p:nvSpPr>
          <p:cNvPr id="12" name="Freeform 2">
            <a:extLst>
              <a:ext uri="{FF2B5EF4-FFF2-40B4-BE49-F238E27FC236}">
                <a16:creationId xmlns:a16="http://schemas.microsoft.com/office/drawing/2014/main" id="{6F62DED2-A54E-3850-78DE-73955A51F7D4}"/>
              </a:ext>
            </a:extLst>
          </p:cNvPr>
          <p:cNvSpPr/>
          <p:nvPr userDrawn="1"/>
        </p:nvSpPr>
        <p:spPr>
          <a:xfrm>
            <a:off x="197320" y="184789"/>
            <a:ext cx="2007511" cy="493128"/>
          </a:xfrm>
          <a:custGeom>
            <a:avLst/>
            <a:gdLst/>
            <a:ahLst/>
            <a:cxnLst/>
            <a:rect l="l" t="t" r="r" b="b"/>
            <a:pathLst>
              <a:path w="3195166" h="784865">
                <a:moveTo>
                  <a:pt x="0" y="0"/>
                </a:moveTo>
                <a:lnTo>
                  <a:pt x="3195166" y="0"/>
                </a:lnTo>
                <a:lnTo>
                  <a:pt x="3195166" y="784864"/>
                </a:lnTo>
                <a:lnTo>
                  <a:pt x="0" y="784864"/>
                </a:lnTo>
                <a:lnTo>
                  <a:pt x="0" y="0"/>
                </a:lnTo>
                <a:close/>
              </a:path>
            </a:pathLst>
          </a:custGeom>
          <a:blipFill>
            <a:blip r:embed="rId2"/>
            <a:stretch>
              <a:fillRect/>
            </a:stretch>
          </a:blipFill>
        </p:spPr>
        <p:txBody>
          <a:bodyPr/>
          <a:lstStyle/>
          <a:p>
            <a:endParaRPr lang="it-IT"/>
          </a:p>
        </p:txBody>
      </p:sp>
      <p:grpSp>
        <p:nvGrpSpPr>
          <p:cNvPr id="13" name="Group 5">
            <a:extLst>
              <a:ext uri="{FF2B5EF4-FFF2-40B4-BE49-F238E27FC236}">
                <a16:creationId xmlns:a16="http://schemas.microsoft.com/office/drawing/2014/main" id="{0FED4FF1-683B-C147-5DA7-504A6E9462CD}"/>
              </a:ext>
            </a:extLst>
          </p:cNvPr>
          <p:cNvGrpSpPr/>
          <p:nvPr userDrawn="1"/>
        </p:nvGrpSpPr>
        <p:grpSpPr>
          <a:xfrm rot="15211496" flipH="1">
            <a:off x="11734831" y="1733973"/>
            <a:ext cx="1096599" cy="1096599"/>
            <a:chOff x="0" y="0"/>
            <a:chExt cx="812800" cy="812800"/>
          </a:xfrm>
        </p:grpSpPr>
        <p:sp>
          <p:nvSpPr>
            <p:cNvPr id="14" name="Freeform 6">
              <a:extLst>
                <a:ext uri="{FF2B5EF4-FFF2-40B4-BE49-F238E27FC236}">
                  <a16:creationId xmlns:a16="http://schemas.microsoft.com/office/drawing/2014/main" id="{10ADAF77-D02F-8FD7-50BC-488DD151F3A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chemeClr val="accent3"/>
            </a:solidFill>
          </p:spPr>
          <p:txBody>
            <a:bodyPr/>
            <a:lstStyle/>
            <a:p>
              <a:endParaRPr lang="it-IT"/>
            </a:p>
          </p:txBody>
        </p:sp>
        <p:sp>
          <p:nvSpPr>
            <p:cNvPr id="15" name="TextBox 7">
              <a:extLst>
                <a:ext uri="{FF2B5EF4-FFF2-40B4-BE49-F238E27FC236}">
                  <a16:creationId xmlns:a16="http://schemas.microsoft.com/office/drawing/2014/main" id="{D3C64097-B5DD-315B-5C1C-7A2AB9A98571}"/>
                </a:ext>
              </a:extLst>
            </p:cNvPr>
            <p:cNvSpPr txBox="1"/>
            <p:nvPr/>
          </p:nvSpPr>
          <p:spPr>
            <a:xfrm>
              <a:off x="76200" y="19050"/>
              <a:ext cx="660400" cy="717550"/>
            </a:xfrm>
            <a:prstGeom prst="rect">
              <a:avLst/>
            </a:prstGeom>
          </p:spPr>
          <p:txBody>
            <a:bodyPr lIns="18437" tIns="18437" rIns="18437" bIns="18437" rtlCol="0" anchor="ctr"/>
            <a:lstStyle/>
            <a:p>
              <a:pPr algn="ctr">
                <a:lnSpc>
                  <a:spcPts val="2947"/>
                </a:lnSpc>
              </a:pPr>
              <a:endParaRPr/>
            </a:p>
          </p:txBody>
        </p:sp>
      </p:grpSp>
      <p:grpSp>
        <p:nvGrpSpPr>
          <p:cNvPr id="16" name="Group 8">
            <a:extLst>
              <a:ext uri="{FF2B5EF4-FFF2-40B4-BE49-F238E27FC236}">
                <a16:creationId xmlns:a16="http://schemas.microsoft.com/office/drawing/2014/main" id="{CF6130B4-1DA3-3BB6-3612-042B5615E244}"/>
              </a:ext>
            </a:extLst>
          </p:cNvPr>
          <p:cNvGrpSpPr/>
          <p:nvPr userDrawn="1"/>
        </p:nvGrpSpPr>
        <p:grpSpPr>
          <a:xfrm rot="15211496" flipH="1">
            <a:off x="9010036" y="-600189"/>
            <a:ext cx="1176262" cy="1176262"/>
            <a:chOff x="0" y="0"/>
            <a:chExt cx="812800" cy="812800"/>
          </a:xfrm>
        </p:grpSpPr>
        <p:sp>
          <p:nvSpPr>
            <p:cNvPr id="17" name="Freeform 9">
              <a:extLst>
                <a:ext uri="{FF2B5EF4-FFF2-40B4-BE49-F238E27FC236}">
                  <a16:creationId xmlns:a16="http://schemas.microsoft.com/office/drawing/2014/main" id="{C081B9AE-0F08-D37E-9E84-D8A4BEEB026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chemeClr val="accent2"/>
            </a:solidFill>
          </p:spPr>
          <p:txBody>
            <a:bodyPr/>
            <a:lstStyle/>
            <a:p>
              <a:endParaRPr lang="it-IT"/>
            </a:p>
          </p:txBody>
        </p:sp>
        <p:sp>
          <p:nvSpPr>
            <p:cNvPr id="18" name="TextBox 10">
              <a:extLst>
                <a:ext uri="{FF2B5EF4-FFF2-40B4-BE49-F238E27FC236}">
                  <a16:creationId xmlns:a16="http://schemas.microsoft.com/office/drawing/2014/main" id="{112B0AFB-9D45-7968-2D40-6757DB17386D}"/>
                </a:ext>
              </a:extLst>
            </p:cNvPr>
            <p:cNvSpPr txBox="1"/>
            <p:nvPr/>
          </p:nvSpPr>
          <p:spPr>
            <a:xfrm>
              <a:off x="76200" y="19050"/>
              <a:ext cx="660400" cy="717550"/>
            </a:xfrm>
            <a:prstGeom prst="rect">
              <a:avLst/>
            </a:prstGeom>
          </p:spPr>
          <p:txBody>
            <a:bodyPr lIns="18437" tIns="18437" rIns="18437" bIns="18437" rtlCol="0" anchor="ctr"/>
            <a:lstStyle/>
            <a:p>
              <a:pPr algn="ctr">
                <a:lnSpc>
                  <a:spcPts val="2947"/>
                </a:lnSpc>
              </a:pPr>
              <a:endParaRPr/>
            </a:p>
          </p:txBody>
        </p:sp>
      </p:grpSp>
      <p:sp>
        <p:nvSpPr>
          <p:cNvPr id="19" name="AutoShape 11">
            <a:extLst>
              <a:ext uri="{FF2B5EF4-FFF2-40B4-BE49-F238E27FC236}">
                <a16:creationId xmlns:a16="http://schemas.microsoft.com/office/drawing/2014/main" id="{8FAF0E7E-7707-DEA0-F488-0F5453BE4385}"/>
              </a:ext>
            </a:extLst>
          </p:cNvPr>
          <p:cNvSpPr/>
          <p:nvPr userDrawn="1"/>
        </p:nvSpPr>
        <p:spPr>
          <a:xfrm rot="15211496" flipV="1">
            <a:off x="9951543" y="495613"/>
            <a:ext cx="2008496" cy="1304866"/>
          </a:xfrm>
          <a:prstGeom prst="line">
            <a:avLst/>
          </a:prstGeom>
          <a:ln w="142875" cap="flat">
            <a:solidFill>
              <a:srgbClr val="0E145D"/>
            </a:solidFill>
            <a:prstDash val="solid"/>
            <a:headEnd type="none" w="sm" len="sm"/>
            <a:tailEnd type="none" w="sm" len="sm"/>
          </a:ln>
        </p:spPr>
        <p:txBody>
          <a:bodyPr/>
          <a:lstStyle/>
          <a:p>
            <a:endParaRPr lang="it-IT"/>
          </a:p>
        </p:txBody>
      </p:sp>
      <p:grpSp>
        <p:nvGrpSpPr>
          <p:cNvPr id="20" name="Group 19">
            <a:extLst>
              <a:ext uri="{FF2B5EF4-FFF2-40B4-BE49-F238E27FC236}">
                <a16:creationId xmlns:a16="http://schemas.microsoft.com/office/drawing/2014/main" id="{9796B611-F0DF-664F-65C5-1313479DD06B}"/>
              </a:ext>
            </a:extLst>
          </p:cNvPr>
          <p:cNvGrpSpPr/>
          <p:nvPr userDrawn="1"/>
        </p:nvGrpSpPr>
        <p:grpSpPr>
          <a:xfrm>
            <a:off x="2555190" y="5958082"/>
            <a:ext cx="9438030" cy="716282"/>
            <a:chOff x="2555190" y="5958082"/>
            <a:chExt cx="9438030" cy="716282"/>
          </a:xfrm>
        </p:grpSpPr>
        <p:sp>
          <p:nvSpPr>
            <p:cNvPr id="33" name="Freeform 9">
              <a:extLst>
                <a:ext uri="{FF2B5EF4-FFF2-40B4-BE49-F238E27FC236}">
                  <a16:creationId xmlns:a16="http://schemas.microsoft.com/office/drawing/2014/main" id="{949527C9-872C-55C2-B4A2-681ECD0F27FC}"/>
                </a:ext>
              </a:extLst>
            </p:cNvPr>
            <p:cNvSpPr/>
            <p:nvPr userDrawn="1"/>
          </p:nvSpPr>
          <p:spPr>
            <a:xfrm>
              <a:off x="11313282" y="5958082"/>
              <a:ext cx="679938" cy="716282"/>
            </a:xfrm>
            <a:custGeom>
              <a:avLst/>
              <a:gdLst/>
              <a:ahLst/>
              <a:cxnLst/>
              <a:rect l="l" t="t" r="r" b="b"/>
              <a:pathLst>
                <a:path w="1163225" h="1225402">
                  <a:moveTo>
                    <a:pt x="0" y="0"/>
                  </a:moveTo>
                  <a:lnTo>
                    <a:pt x="1163225" y="0"/>
                  </a:lnTo>
                  <a:lnTo>
                    <a:pt x="1163225" y="1225402"/>
                  </a:lnTo>
                  <a:lnTo>
                    <a:pt x="0" y="1225402"/>
                  </a:lnTo>
                  <a:lnTo>
                    <a:pt x="0" y="0"/>
                  </a:lnTo>
                  <a:close/>
                </a:path>
              </a:pathLst>
            </a:custGeom>
            <a:blipFill>
              <a:blip r:embed="rId3"/>
              <a:stretch>
                <a:fillRect/>
              </a:stretch>
            </a:blipFill>
          </p:spPr>
          <p:txBody>
            <a:bodyPr/>
            <a:lstStyle/>
            <a:p>
              <a:endParaRPr lang="it-IT"/>
            </a:p>
          </p:txBody>
        </p:sp>
        <p:cxnSp>
          <p:nvCxnSpPr>
            <p:cNvPr id="34" name="Straight Connector 33">
              <a:extLst>
                <a:ext uri="{FF2B5EF4-FFF2-40B4-BE49-F238E27FC236}">
                  <a16:creationId xmlns:a16="http://schemas.microsoft.com/office/drawing/2014/main" id="{8BC94B08-695E-632C-4990-3D1B3FA87656}"/>
                </a:ext>
              </a:extLst>
            </p:cNvPr>
            <p:cNvCxnSpPr>
              <a:cxnSpLocks/>
            </p:cNvCxnSpPr>
            <p:nvPr userDrawn="1"/>
          </p:nvCxnSpPr>
          <p:spPr>
            <a:xfrm>
              <a:off x="11224439" y="6007982"/>
              <a:ext cx="0" cy="639295"/>
            </a:xfrm>
            <a:prstGeom prst="line">
              <a:avLst/>
            </a:prstGeom>
            <a:ln w="12700">
              <a:solidFill>
                <a:srgbClr val="0D145C"/>
              </a:solidFill>
            </a:ln>
          </p:spPr>
          <p:style>
            <a:lnRef idx="2">
              <a:schemeClr val="accent1"/>
            </a:lnRef>
            <a:fillRef idx="0">
              <a:schemeClr val="accent1"/>
            </a:fillRef>
            <a:effectRef idx="1">
              <a:schemeClr val="accent1"/>
            </a:effectRef>
            <a:fontRef idx="minor">
              <a:schemeClr val="tx1"/>
            </a:fontRef>
          </p:style>
        </p:cxnSp>
        <p:sp>
          <p:nvSpPr>
            <p:cNvPr id="35" name="TextBox 34">
              <a:extLst>
                <a:ext uri="{FF2B5EF4-FFF2-40B4-BE49-F238E27FC236}">
                  <a16:creationId xmlns:a16="http://schemas.microsoft.com/office/drawing/2014/main" id="{7B5EC3BA-A3F6-20A8-586B-AB959AECA4D9}"/>
                </a:ext>
              </a:extLst>
            </p:cNvPr>
            <p:cNvSpPr txBox="1"/>
            <p:nvPr userDrawn="1"/>
          </p:nvSpPr>
          <p:spPr>
            <a:xfrm>
              <a:off x="2555190" y="6131557"/>
              <a:ext cx="8624828" cy="369332"/>
            </a:xfrm>
            <a:prstGeom prst="rect">
              <a:avLst/>
            </a:prstGeom>
            <a:noFill/>
          </p:spPr>
          <p:txBody>
            <a:bodyPr wrap="square" rtlCol="0" anchor="ctr">
              <a:spAutoFit/>
            </a:bodyPr>
            <a:lstStyle/>
            <a:p>
              <a:pPr algn="r"/>
              <a:r>
                <a:rPr lang="en-GB" sz="900">
                  <a:effectLst/>
                  <a:latin typeface="Helvetica Neue" panose="02000503000000020004" pitchFamily="2" charset="0"/>
                </a:rPr>
                <a:t>Co-funded by the European Union. Views and opinions expressed are however those of the author(s) only and do not necessarily reflect those of the European Union or the European Education and Culture Executive Agency (EACEA). Neither the European Union nor EACEA can be held responsible for them.</a:t>
              </a:r>
            </a:p>
          </p:txBody>
        </p:sp>
      </p:grpSp>
      <p:sp>
        <p:nvSpPr>
          <p:cNvPr id="38" name="Text Placeholder 24">
            <a:extLst>
              <a:ext uri="{FF2B5EF4-FFF2-40B4-BE49-F238E27FC236}">
                <a16:creationId xmlns:a16="http://schemas.microsoft.com/office/drawing/2014/main" id="{B425ACDF-1D0A-1F8B-11BF-B580E6322330}"/>
              </a:ext>
            </a:extLst>
          </p:cNvPr>
          <p:cNvSpPr>
            <a:spLocks noGrp="1"/>
          </p:cNvSpPr>
          <p:nvPr>
            <p:ph type="body" sz="quarter" idx="10" hasCustomPrompt="1"/>
          </p:nvPr>
        </p:nvSpPr>
        <p:spPr>
          <a:xfrm>
            <a:off x="840639" y="1542130"/>
            <a:ext cx="8426450" cy="528638"/>
          </a:xfrm>
        </p:spPr>
        <p:txBody>
          <a:bodyPr>
            <a:normAutofit/>
          </a:bodyPr>
          <a:lstStyle>
            <a:lvl1pPr marL="0" indent="0">
              <a:lnSpc>
                <a:spcPct val="100000"/>
              </a:lnSpc>
              <a:buNone/>
              <a:defRPr sz="2400">
                <a:solidFill>
                  <a:schemeClr val="bg2">
                    <a:lumMod val="10000"/>
                  </a:schemeClr>
                </a:solidFill>
                <a:latin typeface="Poppins" pitchFamily="2" charset="77"/>
                <a:cs typeface="Poppins" pitchFamily="2" charset="77"/>
              </a:defRPr>
            </a:lvl1pPr>
            <a:lvl2pPr marL="457200" indent="0">
              <a:buNone/>
              <a:defRPr>
                <a:solidFill>
                  <a:schemeClr val="bg2">
                    <a:lumMod val="10000"/>
                  </a:schemeClr>
                </a:solidFill>
                <a:latin typeface="Poppins" pitchFamily="2" charset="77"/>
                <a:cs typeface="Poppins" pitchFamily="2" charset="77"/>
              </a:defRPr>
            </a:lvl2pPr>
            <a:lvl3pPr marL="914400" indent="0">
              <a:buNone/>
              <a:defRPr>
                <a:solidFill>
                  <a:schemeClr val="bg2">
                    <a:lumMod val="10000"/>
                  </a:schemeClr>
                </a:solidFill>
                <a:latin typeface="Poppins" pitchFamily="2" charset="77"/>
                <a:cs typeface="Poppins" pitchFamily="2" charset="77"/>
              </a:defRPr>
            </a:lvl3pPr>
            <a:lvl4pPr marL="1371600" indent="0">
              <a:buNone/>
              <a:defRPr>
                <a:solidFill>
                  <a:schemeClr val="bg2">
                    <a:lumMod val="10000"/>
                  </a:schemeClr>
                </a:solidFill>
                <a:latin typeface="Poppins" pitchFamily="2" charset="77"/>
                <a:cs typeface="Poppins" pitchFamily="2" charset="77"/>
              </a:defRPr>
            </a:lvl4pPr>
            <a:lvl5pPr marL="1828800" indent="0">
              <a:buNone/>
              <a:defRPr>
                <a:solidFill>
                  <a:schemeClr val="bg2">
                    <a:lumMod val="10000"/>
                  </a:schemeClr>
                </a:solidFill>
                <a:latin typeface="Poppins" pitchFamily="2" charset="77"/>
                <a:cs typeface="Poppins" pitchFamily="2" charset="77"/>
              </a:defRPr>
            </a:lvl5pPr>
          </a:lstStyle>
          <a:p>
            <a:pPr lvl="0"/>
            <a:r>
              <a:rPr lang="en-GB"/>
              <a:t>Click to edit text</a:t>
            </a:r>
          </a:p>
        </p:txBody>
      </p:sp>
      <p:sp>
        <p:nvSpPr>
          <p:cNvPr id="39" name="Text Placeholder 24">
            <a:extLst>
              <a:ext uri="{FF2B5EF4-FFF2-40B4-BE49-F238E27FC236}">
                <a16:creationId xmlns:a16="http://schemas.microsoft.com/office/drawing/2014/main" id="{1776ACBD-7EF4-37FB-331C-4287F256DC4E}"/>
              </a:ext>
            </a:extLst>
          </p:cNvPr>
          <p:cNvSpPr>
            <a:spLocks noGrp="1"/>
          </p:cNvSpPr>
          <p:nvPr>
            <p:ph type="body" sz="quarter" idx="11" hasCustomPrompt="1"/>
          </p:nvPr>
        </p:nvSpPr>
        <p:spPr>
          <a:xfrm>
            <a:off x="840638" y="2342230"/>
            <a:ext cx="10383795" cy="3440428"/>
          </a:xfrm>
        </p:spPr>
        <p:txBody>
          <a:bodyPr>
            <a:normAutofit/>
          </a:bodyPr>
          <a:lstStyle>
            <a:lvl1pPr marL="0" indent="0">
              <a:lnSpc>
                <a:spcPct val="100000"/>
              </a:lnSpc>
              <a:buNone/>
              <a:defRPr sz="1400">
                <a:solidFill>
                  <a:schemeClr val="bg2">
                    <a:lumMod val="10000"/>
                  </a:schemeClr>
                </a:solidFill>
                <a:latin typeface="Poppins" pitchFamily="2" charset="77"/>
                <a:cs typeface="Poppins" pitchFamily="2" charset="77"/>
              </a:defRPr>
            </a:lvl1pPr>
            <a:lvl2pPr marL="457200" indent="0">
              <a:buNone/>
              <a:defRPr>
                <a:solidFill>
                  <a:schemeClr val="bg2">
                    <a:lumMod val="10000"/>
                  </a:schemeClr>
                </a:solidFill>
                <a:latin typeface="Poppins" pitchFamily="2" charset="77"/>
                <a:cs typeface="Poppins" pitchFamily="2" charset="77"/>
              </a:defRPr>
            </a:lvl2pPr>
            <a:lvl3pPr marL="914400" indent="0">
              <a:buNone/>
              <a:defRPr>
                <a:solidFill>
                  <a:schemeClr val="bg2">
                    <a:lumMod val="10000"/>
                  </a:schemeClr>
                </a:solidFill>
                <a:latin typeface="Poppins" pitchFamily="2" charset="77"/>
                <a:cs typeface="Poppins" pitchFamily="2" charset="77"/>
              </a:defRPr>
            </a:lvl3pPr>
            <a:lvl4pPr marL="1371600" indent="0">
              <a:buNone/>
              <a:defRPr>
                <a:solidFill>
                  <a:schemeClr val="bg2">
                    <a:lumMod val="10000"/>
                  </a:schemeClr>
                </a:solidFill>
                <a:latin typeface="Poppins" pitchFamily="2" charset="77"/>
                <a:cs typeface="Poppins" pitchFamily="2" charset="77"/>
              </a:defRPr>
            </a:lvl4pPr>
            <a:lvl5pPr marL="1828800" indent="0">
              <a:buNone/>
              <a:defRPr>
                <a:solidFill>
                  <a:schemeClr val="bg2">
                    <a:lumMod val="10000"/>
                  </a:schemeClr>
                </a:solidFill>
                <a:latin typeface="Poppins" pitchFamily="2" charset="77"/>
                <a:cs typeface="Poppins" pitchFamily="2" charset="77"/>
              </a:defRPr>
            </a:lvl5pPr>
          </a:lstStyle>
          <a:p>
            <a:pPr lvl="0"/>
            <a:r>
              <a:rPr lang="en-GB"/>
              <a:t>Click to edit text</a:t>
            </a:r>
          </a:p>
        </p:txBody>
      </p:sp>
    </p:spTree>
    <p:extLst>
      <p:ext uri="{BB962C8B-B14F-4D97-AF65-F5344CB8AC3E}">
        <p14:creationId xmlns:p14="http://schemas.microsoft.com/office/powerpoint/2010/main" val="106041057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Content_Blue Background">
    <p:bg>
      <p:bgPr>
        <a:solidFill>
          <a:schemeClr val="accent6"/>
        </a:solidFill>
        <a:effectLst/>
      </p:bgPr>
    </p:bg>
    <p:spTree>
      <p:nvGrpSpPr>
        <p:cNvPr id="1" name=""/>
        <p:cNvGrpSpPr/>
        <p:nvPr/>
      </p:nvGrpSpPr>
      <p:grpSpPr>
        <a:xfrm>
          <a:off x="0" y="0"/>
          <a:ext cx="0" cy="0"/>
          <a:chOff x="0" y="0"/>
          <a:chExt cx="0" cy="0"/>
        </a:xfrm>
      </p:grpSpPr>
      <p:sp>
        <p:nvSpPr>
          <p:cNvPr id="10" name="Title 35">
            <a:extLst>
              <a:ext uri="{FF2B5EF4-FFF2-40B4-BE49-F238E27FC236}">
                <a16:creationId xmlns:a16="http://schemas.microsoft.com/office/drawing/2014/main" id="{2C787A33-5453-2F04-AD8F-CAC63AABF0F7}"/>
              </a:ext>
            </a:extLst>
          </p:cNvPr>
          <p:cNvSpPr>
            <a:spLocks noGrp="1"/>
          </p:cNvSpPr>
          <p:nvPr>
            <p:ph type="title" hasCustomPrompt="1"/>
          </p:nvPr>
        </p:nvSpPr>
        <p:spPr>
          <a:xfrm>
            <a:off x="838200" y="845208"/>
            <a:ext cx="9353724" cy="684222"/>
          </a:xfrm>
        </p:spPr>
        <p:txBody>
          <a:bodyPr anchor="t">
            <a:normAutofit/>
          </a:bodyPr>
          <a:lstStyle>
            <a:lvl1pPr>
              <a:lnSpc>
                <a:spcPct val="100000"/>
              </a:lnSpc>
              <a:defRPr sz="4000" b="1">
                <a:solidFill>
                  <a:schemeClr val="bg1"/>
                </a:solidFill>
                <a:latin typeface="Poppins" pitchFamily="2" charset="77"/>
                <a:cs typeface="Poppins" pitchFamily="2" charset="77"/>
              </a:defRPr>
            </a:lvl1pPr>
          </a:lstStyle>
          <a:p>
            <a:r>
              <a:rPr lang="en-GB"/>
              <a:t>Click to edit text </a:t>
            </a:r>
            <a:endParaRPr lang="it-IT"/>
          </a:p>
        </p:txBody>
      </p:sp>
      <p:grpSp>
        <p:nvGrpSpPr>
          <p:cNvPr id="13" name="Group 5">
            <a:extLst>
              <a:ext uri="{FF2B5EF4-FFF2-40B4-BE49-F238E27FC236}">
                <a16:creationId xmlns:a16="http://schemas.microsoft.com/office/drawing/2014/main" id="{0FED4FF1-683B-C147-5DA7-504A6E9462CD}"/>
              </a:ext>
            </a:extLst>
          </p:cNvPr>
          <p:cNvGrpSpPr/>
          <p:nvPr userDrawn="1"/>
        </p:nvGrpSpPr>
        <p:grpSpPr>
          <a:xfrm rot="15211496" flipH="1">
            <a:off x="11734831" y="1733973"/>
            <a:ext cx="1096599" cy="1096599"/>
            <a:chOff x="0" y="0"/>
            <a:chExt cx="812800" cy="812800"/>
          </a:xfrm>
        </p:grpSpPr>
        <p:sp>
          <p:nvSpPr>
            <p:cNvPr id="14" name="Freeform 6">
              <a:extLst>
                <a:ext uri="{FF2B5EF4-FFF2-40B4-BE49-F238E27FC236}">
                  <a16:creationId xmlns:a16="http://schemas.microsoft.com/office/drawing/2014/main" id="{10ADAF77-D02F-8FD7-50BC-488DD151F3A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chemeClr val="accent4"/>
            </a:solidFill>
          </p:spPr>
          <p:txBody>
            <a:bodyPr/>
            <a:lstStyle/>
            <a:p>
              <a:endParaRPr lang="it-IT"/>
            </a:p>
          </p:txBody>
        </p:sp>
        <p:sp>
          <p:nvSpPr>
            <p:cNvPr id="15" name="TextBox 7">
              <a:extLst>
                <a:ext uri="{FF2B5EF4-FFF2-40B4-BE49-F238E27FC236}">
                  <a16:creationId xmlns:a16="http://schemas.microsoft.com/office/drawing/2014/main" id="{D3C64097-B5DD-315B-5C1C-7A2AB9A98571}"/>
                </a:ext>
              </a:extLst>
            </p:cNvPr>
            <p:cNvSpPr txBox="1"/>
            <p:nvPr/>
          </p:nvSpPr>
          <p:spPr>
            <a:xfrm>
              <a:off x="76200" y="19050"/>
              <a:ext cx="660400" cy="717550"/>
            </a:xfrm>
            <a:prstGeom prst="rect">
              <a:avLst/>
            </a:prstGeom>
          </p:spPr>
          <p:txBody>
            <a:bodyPr lIns="18437" tIns="18437" rIns="18437" bIns="18437" rtlCol="0" anchor="ctr"/>
            <a:lstStyle/>
            <a:p>
              <a:pPr algn="ctr">
                <a:lnSpc>
                  <a:spcPts val="2947"/>
                </a:lnSpc>
              </a:pPr>
              <a:endParaRPr/>
            </a:p>
          </p:txBody>
        </p:sp>
      </p:grpSp>
      <p:grpSp>
        <p:nvGrpSpPr>
          <p:cNvPr id="16" name="Group 8">
            <a:extLst>
              <a:ext uri="{FF2B5EF4-FFF2-40B4-BE49-F238E27FC236}">
                <a16:creationId xmlns:a16="http://schemas.microsoft.com/office/drawing/2014/main" id="{CF6130B4-1DA3-3BB6-3612-042B5615E244}"/>
              </a:ext>
            </a:extLst>
          </p:cNvPr>
          <p:cNvGrpSpPr/>
          <p:nvPr userDrawn="1"/>
        </p:nvGrpSpPr>
        <p:grpSpPr>
          <a:xfrm rot="15211496" flipH="1">
            <a:off x="9010036" y="-600189"/>
            <a:ext cx="1176262" cy="1176262"/>
            <a:chOff x="0" y="0"/>
            <a:chExt cx="812800" cy="812800"/>
          </a:xfrm>
        </p:grpSpPr>
        <p:sp>
          <p:nvSpPr>
            <p:cNvPr id="17" name="Freeform 9">
              <a:extLst>
                <a:ext uri="{FF2B5EF4-FFF2-40B4-BE49-F238E27FC236}">
                  <a16:creationId xmlns:a16="http://schemas.microsoft.com/office/drawing/2014/main" id="{C081B9AE-0F08-D37E-9E84-D8A4BEEB026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chemeClr val="accent5"/>
            </a:solidFill>
          </p:spPr>
          <p:txBody>
            <a:bodyPr/>
            <a:lstStyle/>
            <a:p>
              <a:endParaRPr lang="it-IT"/>
            </a:p>
          </p:txBody>
        </p:sp>
        <p:sp>
          <p:nvSpPr>
            <p:cNvPr id="18" name="TextBox 10">
              <a:extLst>
                <a:ext uri="{FF2B5EF4-FFF2-40B4-BE49-F238E27FC236}">
                  <a16:creationId xmlns:a16="http://schemas.microsoft.com/office/drawing/2014/main" id="{112B0AFB-9D45-7968-2D40-6757DB17386D}"/>
                </a:ext>
              </a:extLst>
            </p:cNvPr>
            <p:cNvSpPr txBox="1"/>
            <p:nvPr/>
          </p:nvSpPr>
          <p:spPr>
            <a:xfrm>
              <a:off x="76200" y="19050"/>
              <a:ext cx="660400" cy="717550"/>
            </a:xfrm>
            <a:prstGeom prst="rect">
              <a:avLst/>
            </a:prstGeom>
          </p:spPr>
          <p:txBody>
            <a:bodyPr lIns="18437" tIns="18437" rIns="18437" bIns="18437" rtlCol="0" anchor="ctr"/>
            <a:lstStyle/>
            <a:p>
              <a:pPr algn="ctr">
                <a:lnSpc>
                  <a:spcPts val="2947"/>
                </a:lnSpc>
              </a:pPr>
              <a:endParaRPr/>
            </a:p>
          </p:txBody>
        </p:sp>
      </p:grpSp>
      <p:sp>
        <p:nvSpPr>
          <p:cNvPr id="19" name="AutoShape 11">
            <a:extLst>
              <a:ext uri="{FF2B5EF4-FFF2-40B4-BE49-F238E27FC236}">
                <a16:creationId xmlns:a16="http://schemas.microsoft.com/office/drawing/2014/main" id="{8FAF0E7E-7707-DEA0-F488-0F5453BE4385}"/>
              </a:ext>
            </a:extLst>
          </p:cNvPr>
          <p:cNvSpPr/>
          <p:nvPr userDrawn="1"/>
        </p:nvSpPr>
        <p:spPr>
          <a:xfrm rot="15211496" flipV="1">
            <a:off x="9951543" y="495613"/>
            <a:ext cx="2008496" cy="1304866"/>
          </a:xfrm>
          <a:prstGeom prst="line">
            <a:avLst/>
          </a:prstGeom>
          <a:ln w="142875" cap="flat">
            <a:solidFill>
              <a:schemeClr val="bg1"/>
            </a:solidFill>
            <a:prstDash val="solid"/>
            <a:headEnd type="none" w="sm" len="sm"/>
            <a:tailEnd type="none" w="sm" len="sm"/>
          </a:ln>
        </p:spPr>
        <p:txBody>
          <a:bodyPr/>
          <a:lstStyle/>
          <a:p>
            <a:endParaRPr lang="it-IT"/>
          </a:p>
        </p:txBody>
      </p:sp>
      <p:pic>
        <p:nvPicPr>
          <p:cNvPr id="3" name="Picture 2" descr="A white text on a black background&#10;&#10;Description automatically generated">
            <a:extLst>
              <a:ext uri="{FF2B5EF4-FFF2-40B4-BE49-F238E27FC236}">
                <a16:creationId xmlns:a16="http://schemas.microsoft.com/office/drawing/2014/main" id="{BF058ADE-E265-DA5C-81C4-AA90DBC52DBE}"/>
              </a:ext>
            </a:extLst>
          </p:cNvPr>
          <p:cNvPicPr>
            <a:picLocks noChangeAspect="1"/>
          </p:cNvPicPr>
          <p:nvPr userDrawn="1"/>
        </p:nvPicPr>
        <p:blipFill>
          <a:blip r:embed="rId2"/>
          <a:stretch>
            <a:fillRect/>
          </a:stretch>
        </p:blipFill>
        <p:spPr>
          <a:xfrm>
            <a:off x="197319" y="184788"/>
            <a:ext cx="2007511" cy="492144"/>
          </a:xfrm>
          <a:prstGeom prst="rect">
            <a:avLst/>
          </a:prstGeom>
        </p:spPr>
      </p:pic>
      <p:grpSp>
        <p:nvGrpSpPr>
          <p:cNvPr id="5" name="Group 4">
            <a:extLst>
              <a:ext uri="{FF2B5EF4-FFF2-40B4-BE49-F238E27FC236}">
                <a16:creationId xmlns:a16="http://schemas.microsoft.com/office/drawing/2014/main" id="{24E6983C-2BFD-E046-CA9F-FA23743D1B86}"/>
              </a:ext>
            </a:extLst>
          </p:cNvPr>
          <p:cNvGrpSpPr/>
          <p:nvPr userDrawn="1"/>
        </p:nvGrpSpPr>
        <p:grpSpPr>
          <a:xfrm>
            <a:off x="2555190" y="5958082"/>
            <a:ext cx="9438031" cy="717889"/>
            <a:chOff x="2555190" y="5958082"/>
            <a:chExt cx="9438031" cy="717889"/>
          </a:xfrm>
        </p:grpSpPr>
        <p:pic>
          <p:nvPicPr>
            <p:cNvPr id="6" name="Picture 5" descr="A black and white flag with stars in a circle&#10;&#10;Description automatically generated">
              <a:extLst>
                <a:ext uri="{FF2B5EF4-FFF2-40B4-BE49-F238E27FC236}">
                  <a16:creationId xmlns:a16="http://schemas.microsoft.com/office/drawing/2014/main" id="{E280CE75-337F-989E-D387-3FE443EA2CAD}"/>
                </a:ext>
              </a:extLst>
            </p:cNvPr>
            <p:cNvPicPr>
              <a:picLocks noChangeAspect="1"/>
            </p:cNvPicPr>
            <p:nvPr userDrawn="1"/>
          </p:nvPicPr>
          <p:blipFill>
            <a:blip r:embed="rId3"/>
            <a:stretch>
              <a:fillRect/>
            </a:stretch>
          </p:blipFill>
          <p:spPr>
            <a:xfrm>
              <a:off x="11313282" y="5958082"/>
              <a:ext cx="679939" cy="717889"/>
            </a:xfrm>
            <a:prstGeom prst="rect">
              <a:avLst/>
            </a:prstGeom>
          </p:spPr>
        </p:pic>
        <p:cxnSp>
          <p:nvCxnSpPr>
            <p:cNvPr id="7" name="Straight Connector 6">
              <a:extLst>
                <a:ext uri="{FF2B5EF4-FFF2-40B4-BE49-F238E27FC236}">
                  <a16:creationId xmlns:a16="http://schemas.microsoft.com/office/drawing/2014/main" id="{14EE8DFC-E098-34A2-3E02-44FDA3CC2849}"/>
                </a:ext>
              </a:extLst>
            </p:cNvPr>
            <p:cNvCxnSpPr>
              <a:cxnSpLocks/>
            </p:cNvCxnSpPr>
            <p:nvPr userDrawn="1"/>
          </p:nvCxnSpPr>
          <p:spPr>
            <a:xfrm>
              <a:off x="11224439" y="6007982"/>
              <a:ext cx="0" cy="639295"/>
            </a:xfrm>
            <a:prstGeom prst="line">
              <a:avLst/>
            </a:prstGeom>
            <a:ln w="12700">
              <a:solidFill>
                <a:schemeClr val="bg1"/>
              </a:solidFill>
            </a:ln>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AE5E070C-0BCB-3108-119D-0488046F5876}"/>
                </a:ext>
              </a:extLst>
            </p:cNvPr>
            <p:cNvSpPr txBox="1"/>
            <p:nvPr userDrawn="1"/>
          </p:nvSpPr>
          <p:spPr>
            <a:xfrm>
              <a:off x="2555190" y="6131557"/>
              <a:ext cx="8624828" cy="369332"/>
            </a:xfrm>
            <a:prstGeom prst="rect">
              <a:avLst/>
            </a:prstGeom>
            <a:noFill/>
          </p:spPr>
          <p:txBody>
            <a:bodyPr wrap="square" rtlCol="0" anchor="ctr">
              <a:spAutoFit/>
            </a:bodyPr>
            <a:lstStyle/>
            <a:p>
              <a:pPr algn="r"/>
              <a:r>
                <a:rPr lang="en-GB" sz="900">
                  <a:solidFill>
                    <a:schemeClr val="bg1"/>
                  </a:solidFill>
                  <a:effectLst/>
                  <a:latin typeface="Helvetica Neue" panose="02000503000000020004" pitchFamily="2" charset="0"/>
                </a:rPr>
                <a:t>Co-funded by the European Union. Views and opinions expressed are however those of the author(s) only and do not necessarily reflect those of the European Union or the European Education and Culture Executive Agency (EACEA). Neither the European Union nor EACEA can be held responsible for them.</a:t>
              </a:r>
            </a:p>
          </p:txBody>
        </p:sp>
      </p:grpSp>
      <p:sp>
        <p:nvSpPr>
          <p:cNvPr id="9" name="Text Placeholder 24">
            <a:extLst>
              <a:ext uri="{FF2B5EF4-FFF2-40B4-BE49-F238E27FC236}">
                <a16:creationId xmlns:a16="http://schemas.microsoft.com/office/drawing/2014/main" id="{472521A6-DF83-19F2-7AAE-E7D9AD9DA922}"/>
              </a:ext>
            </a:extLst>
          </p:cNvPr>
          <p:cNvSpPr>
            <a:spLocks noGrp="1"/>
          </p:cNvSpPr>
          <p:nvPr>
            <p:ph type="body" sz="quarter" idx="10" hasCustomPrompt="1"/>
          </p:nvPr>
        </p:nvSpPr>
        <p:spPr>
          <a:xfrm>
            <a:off x="840639" y="1542130"/>
            <a:ext cx="8426450" cy="528638"/>
          </a:xfrm>
        </p:spPr>
        <p:txBody>
          <a:bodyPr>
            <a:normAutofit/>
          </a:bodyPr>
          <a:lstStyle>
            <a:lvl1pPr marL="0" indent="0">
              <a:lnSpc>
                <a:spcPct val="100000"/>
              </a:lnSpc>
              <a:buNone/>
              <a:defRPr sz="2400">
                <a:solidFill>
                  <a:schemeClr val="bg1"/>
                </a:solidFill>
                <a:latin typeface="Poppins" pitchFamily="2" charset="77"/>
                <a:cs typeface="Poppins" pitchFamily="2" charset="77"/>
              </a:defRPr>
            </a:lvl1pPr>
            <a:lvl2pPr marL="457200" indent="0">
              <a:buNone/>
              <a:defRPr>
                <a:solidFill>
                  <a:schemeClr val="bg2">
                    <a:lumMod val="10000"/>
                  </a:schemeClr>
                </a:solidFill>
                <a:latin typeface="Poppins" pitchFamily="2" charset="77"/>
                <a:cs typeface="Poppins" pitchFamily="2" charset="77"/>
              </a:defRPr>
            </a:lvl2pPr>
            <a:lvl3pPr marL="914400" indent="0">
              <a:buNone/>
              <a:defRPr>
                <a:solidFill>
                  <a:schemeClr val="bg2">
                    <a:lumMod val="10000"/>
                  </a:schemeClr>
                </a:solidFill>
                <a:latin typeface="Poppins" pitchFamily="2" charset="77"/>
                <a:cs typeface="Poppins" pitchFamily="2" charset="77"/>
              </a:defRPr>
            </a:lvl3pPr>
            <a:lvl4pPr marL="1371600" indent="0">
              <a:buNone/>
              <a:defRPr>
                <a:solidFill>
                  <a:schemeClr val="bg2">
                    <a:lumMod val="10000"/>
                  </a:schemeClr>
                </a:solidFill>
                <a:latin typeface="Poppins" pitchFamily="2" charset="77"/>
                <a:cs typeface="Poppins" pitchFamily="2" charset="77"/>
              </a:defRPr>
            </a:lvl4pPr>
            <a:lvl5pPr marL="1828800" indent="0">
              <a:buNone/>
              <a:defRPr>
                <a:solidFill>
                  <a:schemeClr val="bg2">
                    <a:lumMod val="10000"/>
                  </a:schemeClr>
                </a:solidFill>
                <a:latin typeface="Poppins" pitchFamily="2" charset="77"/>
                <a:cs typeface="Poppins" pitchFamily="2" charset="77"/>
              </a:defRPr>
            </a:lvl5pPr>
          </a:lstStyle>
          <a:p>
            <a:pPr lvl="0"/>
            <a:r>
              <a:rPr lang="en-GB"/>
              <a:t>Click to edit text</a:t>
            </a:r>
          </a:p>
        </p:txBody>
      </p:sp>
      <p:sp>
        <p:nvSpPr>
          <p:cNvPr id="21" name="Text Placeholder 24">
            <a:extLst>
              <a:ext uri="{FF2B5EF4-FFF2-40B4-BE49-F238E27FC236}">
                <a16:creationId xmlns:a16="http://schemas.microsoft.com/office/drawing/2014/main" id="{3938E4A4-BFC4-86A0-80C3-4B52A3F6E011}"/>
              </a:ext>
            </a:extLst>
          </p:cNvPr>
          <p:cNvSpPr>
            <a:spLocks noGrp="1"/>
          </p:cNvSpPr>
          <p:nvPr>
            <p:ph type="body" sz="quarter" idx="11" hasCustomPrompt="1"/>
          </p:nvPr>
        </p:nvSpPr>
        <p:spPr>
          <a:xfrm>
            <a:off x="840638" y="2342230"/>
            <a:ext cx="10383795" cy="3440428"/>
          </a:xfrm>
        </p:spPr>
        <p:txBody>
          <a:bodyPr>
            <a:normAutofit/>
          </a:bodyPr>
          <a:lstStyle>
            <a:lvl1pPr marL="0" indent="0">
              <a:lnSpc>
                <a:spcPct val="100000"/>
              </a:lnSpc>
              <a:buNone/>
              <a:defRPr sz="1400">
                <a:solidFill>
                  <a:schemeClr val="bg1"/>
                </a:solidFill>
                <a:latin typeface="Poppins" pitchFamily="2" charset="77"/>
                <a:cs typeface="Poppins" pitchFamily="2" charset="77"/>
              </a:defRPr>
            </a:lvl1pPr>
            <a:lvl2pPr marL="457200" indent="0">
              <a:buNone/>
              <a:defRPr>
                <a:solidFill>
                  <a:schemeClr val="bg2">
                    <a:lumMod val="10000"/>
                  </a:schemeClr>
                </a:solidFill>
                <a:latin typeface="Poppins" pitchFamily="2" charset="77"/>
                <a:cs typeface="Poppins" pitchFamily="2" charset="77"/>
              </a:defRPr>
            </a:lvl2pPr>
            <a:lvl3pPr marL="914400" indent="0">
              <a:buNone/>
              <a:defRPr>
                <a:solidFill>
                  <a:schemeClr val="bg2">
                    <a:lumMod val="10000"/>
                  </a:schemeClr>
                </a:solidFill>
                <a:latin typeface="Poppins" pitchFamily="2" charset="77"/>
                <a:cs typeface="Poppins" pitchFamily="2" charset="77"/>
              </a:defRPr>
            </a:lvl3pPr>
            <a:lvl4pPr marL="1371600" indent="0">
              <a:buNone/>
              <a:defRPr>
                <a:solidFill>
                  <a:schemeClr val="bg2">
                    <a:lumMod val="10000"/>
                  </a:schemeClr>
                </a:solidFill>
                <a:latin typeface="Poppins" pitchFamily="2" charset="77"/>
                <a:cs typeface="Poppins" pitchFamily="2" charset="77"/>
              </a:defRPr>
            </a:lvl4pPr>
            <a:lvl5pPr marL="1828800" indent="0">
              <a:buNone/>
              <a:defRPr>
                <a:solidFill>
                  <a:schemeClr val="bg2">
                    <a:lumMod val="10000"/>
                  </a:schemeClr>
                </a:solidFill>
                <a:latin typeface="Poppins" pitchFamily="2" charset="77"/>
                <a:cs typeface="Poppins" pitchFamily="2" charset="77"/>
              </a:defRPr>
            </a:lvl5pPr>
          </a:lstStyle>
          <a:p>
            <a:pPr lvl="0"/>
            <a:r>
              <a:rPr lang="en-GB"/>
              <a:t>Click to edit text</a:t>
            </a:r>
          </a:p>
        </p:txBody>
      </p:sp>
    </p:spTree>
    <p:extLst>
      <p:ext uri="{BB962C8B-B14F-4D97-AF65-F5344CB8AC3E}">
        <p14:creationId xmlns:p14="http://schemas.microsoft.com/office/powerpoint/2010/main" val="124064398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2_Content_White Background">
    <p:spTree>
      <p:nvGrpSpPr>
        <p:cNvPr id="1" name=""/>
        <p:cNvGrpSpPr/>
        <p:nvPr/>
      </p:nvGrpSpPr>
      <p:grpSpPr>
        <a:xfrm>
          <a:off x="0" y="0"/>
          <a:ext cx="0" cy="0"/>
          <a:chOff x="0" y="0"/>
          <a:chExt cx="0" cy="0"/>
        </a:xfrm>
      </p:grpSpPr>
      <p:sp>
        <p:nvSpPr>
          <p:cNvPr id="10" name="Title 35">
            <a:extLst>
              <a:ext uri="{FF2B5EF4-FFF2-40B4-BE49-F238E27FC236}">
                <a16:creationId xmlns:a16="http://schemas.microsoft.com/office/drawing/2014/main" id="{2C787A33-5453-2F04-AD8F-CAC63AABF0F7}"/>
              </a:ext>
            </a:extLst>
          </p:cNvPr>
          <p:cNvSpPr>
            <a:spLocks noGrp="1"/>
          </p:cNvSpPr>
          <p:nvPr>
            <p:ph type="title" hasCustomPrompt="1"/>
          </p:nvPr>
        </p:nvSpPr>
        <p:spPr>
          <a:xfrm>
            <a:off x="838200" y="845208"/>
            <a:ext cx="9353724" cy="684222"/>
          </a:xfrm>
        </p:spPr>
        <p:txBody>
          <a:bodyPr anchor="t">
            <a:normAutofit/>
          </a:bodyPr>
          <a:lstStyle>
            <a:lvl1pPr>
              <a:lnSpc>
                <a:spcPct val="100000"/>
              </a:lnSpc>
              <a:defRPr sz="4000" b="1">
                <a:latin typeface="Poppins" pitchFamily="2" charset="77"/>
                <a:cs typeface="Poppins" pitchFamily="2" charset="77"/>
              </a:defRPr>
            </a:lvl1pPr>
          </a:lstStyle>
          <a:p>
            <a:r>
              <a:rPr lang="en-GB"/>
              <a:t>Click to edit text </a:t>
            </a:r>
            <a:endParaRPr lang="it-IT"/>
          </a:p>
        </p:txBody>
      </p:sp>
      <p:sp>
        <p:nvSpPr>
          <p:cNvPr id="12" name="Freeform 2">
            <a:extLst>
              <a:ext uri="{FF2B5EF4-FFF2-40B4-BE49-F238E27FC236}">
                <a16:creationId xmlns:a16="http://schemas.microsoft.com/office/drawing/2014/main" id="{6F62DED2-A54E-3850-78DE-73955A51F7D4}"/>
              </a:ext>
            </a:extLst>
          </p:cNvPr>
          <p:cNvSpPr/>
          <p:nvPr userDrawn="1"/>
        </p:nvSpPr>
        <p:spPr>
          <a:xfrm>
            <a:off x="197320" y="184789"/>
            <a:ext cx="2007511" cy="493128"/>
          </a:xfrm>
          <a:custGeom>
            <a:avLst/>
            <a:gdLst/>
            <a:ahLst/>
            <a:cxnLst/>
            <a:rect l="l" t="t" r="r" b="b"/>
            <a:pathLst>
              <a:path w="3195166" h="784865">
                <a:moveTo>
                  <a:pt x="0" y="0"/>
                </a:moveTo>
                <a:lnTo>
                  <a:pt x="3195166" y="0"/>
                </a:lnTo>
                <a:lnTo>
                  <a:pt x="3195166" y="784864"/>
                </a:lnTo>
                <a:lnTo>
                  <a:pt x="0" y="784864"/>
                </a:lnTo>
                <a:lnTo>
                  <a:pt x="0" y="0"/>
                </a:lnTo>
                <a:close/>
              </a:path>
            </a:pathLst>
          </a:custGeom>
          <a:blipFill>
            <a:blip r:embed="rId2"/>
            <a:stretch>
              <a:fillRect/>
            </a:stretch>
          </a:blipFill>
        </p:spPr>
        <p:txBody>
          <a:bodyPr/>
          <a:lstStyle/>
          <a:p>
            <a:endParaRPr lang="it-IT"/>
          </a:p>
        </p:txBody>
      </p:sp>
      <p:grpSp>
        <p:nvGrpSpPr>
          <p:cNvPr id="13" name="Group 5">
            <a:extLst>
              <a:ext uri="{FF2B5EF4-FFF2-40B4-BE49-F238E27FC236}">
                <a16:creationId xmlns:a16="http://schemas.microsoft.com/office/drawing/2014/main" id="{0FED4FF1-683B-C147-5DA7-504A6E9462CD}"/>
              </a:ext>
            </a:extLst>
          </p:cNvPr>
          <p:cNvGrpSpPr/>
          <p:nvPr userDrawn="1"/>
        </p:nvGrpSpPr>
        <p:grpSpPr>
          <a:xfrm rot="15211496" flipH="1">
            <a:off x="11734831" y="1733973"/>
            <a:ext cx="1096599" cy="1096599"/>
            <a:chOff x="0" y="0"/>
            <a:chExt cx="812800" cy="812800"/>
          </a:xfrm>
        </p:grpSpPr>
        <p:sp>
          <p:nvSpPr>
            <p:cNvPr id="14" name="Freeform 6">
              <a:extLst>
                <a:ext uri="{FF2B5EF4-FFF2-40B4-BE49-F238E27FC236}">
                  <a16:creationId xmlns:a16="http://schemas.microsoft.com/office/drawing/2014/main" id="{10ADAF77-D02F-8FD7-50BC-488DD151F3A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chemeClr val="accent3"/>
            </a:solidFill>
          </p:spPr>
          <p:txBody>
            <a:bodyPr/>
            <a:lstStyle/>
            <a:p>
              <a:endParaRPr lang="it-IT"/>
            </a:p>
          </p:txBody>
        </p:sp>
        <p:sp>
          <p:nvSpPr>
            <p:cNvPr id="15" name="TextBox 7">
              <a:extLst>
                <a:ext uri="{FF2B5EF4-FFF2-40B4-BE49-F238E27FC236}">
                  <a16:creationId xmlns:a16="http://schemas.microsoft.com/office/drawing/2014/main" id="{D3C64097-B5DD-315B-5C1C-7A2AB9A98571}"/>
                </a:ext>
              </a:extLst>
            </p:cNvPr>
            <p:cNvSpPr txBox="1"/>
            <p:nvPr/>
          </p:nvSpPr>
          <p:spPr>
            <a:xfrm>
              <a:off x="76200" y="19050"/>
              <a:ext cx="660400" cy="717550"/>
            </a:xfrm>
            <a:prstGeom prst="rect">
              <a:avLst/>
            </a:prstGeom>
          </p:spPr>
          <p:txBody>
            <a:bodyPr lIns="18437" tIns="18437" rIns="18437" bIns="18437" rtlCol="0" anchor="ctr"/>
            <a:lstStyle/>
            <a:p>
              <a:pPr algn="ctr">
                <a:lnSpc>
                  <a:spcPts val="2947"/>
                </a:lnSpc>
              </a:pPr>
              <a:endParaRPr/>
            </a:p>
          </p:txBody>
        </p:sp>
      </p:grpSp>
      <p:grpSp>
        <p:nvGrpSpPr>
          <p:cNvPr id="16" name="Group 8">
            <a:extLst>
              <a:ext uri="{FF2B5EF4-FFF2-40B4-BE49-F238E27FC236}">
                <a16:creationId xmlns:a16="http://schemas.microsoft.com/office/drawing/2014/main" id="{CF6130B4-1DA3-3BB6-3612-042B5615E244}"/>
              </a:ext>
            </a:extLst>
          </p:cNvPr>
          <p:cNvGrpSpPr/>
          <p:nvPr userDrawn="1"/>
        </p:nvGrpSpPr>
        <p:grpSpPr>
          <a:xfrm rot="15211496" flipH="1">
            <a:off x="9010036" y="-600189"/>
            <a:ext cx="1176262" cy="1176262"/>
            <a:chOff x="0" y="0"/>
            <a:chExt cx="812800" cy="812800"/>
          </a:xfrm>
        </p:grpSpPr>
        <p:sp>
          <p:nvSpPr>
            <p:cNvPr id="17" name="Freeform 9">
              <a:extLst>
                <a:ext uri="{FF2B5EF4-FFF2-40B4-BE49-F238E27FC236}">
                  <a16:creationId xmlns:a16="http://schemas.microsoft.com/office/drawing/2014/main" id="{C081B9AE-0F08-D37E-9E84-D8A4BEEB026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chemeClr val="accent2"/>
            </a:solidFill>
          </p:spPr>
          <p:txBody>
            <a:bodyPr/>
            <a:lstStyle/>
            <a:p>
              <a:endParaRPr lang="it-IT"/>
            </a:p>
          </p:txBody>
        </p:sp>
        <p:sp>
          <p:nvSpPr>
            <p:cNvPr id="18" name="TextBox 10">
              <a:extLst>
                <a:ext uri="{FF2B5EF4-FFF2-40B4-BE49-F238E27FC236}">
                  <a16:creationId xmlns:a16="http://schemas.microsoft.com/office/drawing/2014/main" id="{112B0AFB-9D45-7968-2D40-6757DB17386D}"/>
                </a:ext>
              </a:extLst>
            </p:cNvPr>
            <p:cNvSpPr txBox="1"/>
            <p:nvPr/>
          </p:nvSpPr>
          <p:spPr>
            <a:xfrm>
              <a:off x="76200" y="19050"/>
              <a:ext cx="660400" cy="717550"/>
            </a:xfrm>
            <a:prstGeom prst="rect">
              <a:avLst/>
            </a:prstGeom>
          </p:spPr>
          <p:txBody>
            <a:bodyPr lIns="18437" tIns="18437" rIns="18437" bIns="18437" rtlCol="0" anchor="ctr"/>
            <a:lstStyle/>
            <a:p>
              <a:pPr algn="ctr">
                <a:lnSpc>
                  <a:spcPts val="2947"/>
                </a:lnSpc>
              </a:pPr>
              <a:endParaRPr/>
            </a:p>
          </p:txBody>
        </p:sp>
      </p:grpSp>
      <p:sp>
        <p:nvSpPr>
          <p:cNvPr id="19" name="AutoShape 11">
            <a:extLst>
              <a:ext uri="{FF2B5EF4-FFF2-40B4-BE49-F238E27FC236}">
                <a16:creationId xmlns:a16="http://schemas.microsoft.com/office/drawing/2014/main" id="{8FAF0E7E-7707-DEA0-F488-0F5453BE4385}"/>
              </a:ext>
            </a:extLst>
          </p:cNvPr>
          <p:cNvSpPr/>
          <p:nvPr userDrawn="1"/>
        </p:nvSpPr>
        <p:spPr>
          <a:xfrm rot="15211496" flipV="1">
            <a:off x="9951543" y="495613"/>
            <a:ext cx="2008496" cy="1304866"/>
          </a:xfrm>
          <a:prstGeom prst="line">
            <a:avLst/>
          </a:prstGeom>
          <a:ln w="142875" cap="flat">
            <a:solidFill>
              <a:srgbClr val="0E145D"/>
            </a:solidFill>
            <a:prstDash val="solid"/>
            <a:headEnd type="none" w="sm" len="sm"/>
            <a:tailEnd type="none" w="sm" len="sm"/>
          </a:ln>
        </p:spPr>
        <p:txBody>
          <a:bodyPr/>
          <a:lstStyle/>
          <a:p>
            <a:endParaRPr lang="it-IT"/>
          </a:p>
        </p:txBody>
      </p:sp>
      <p:grpSp>
        <p:nvGrpSpPr>
          <p:cNvPr id="20" name="Group 19">
            <a:extLst>
              <a:ext uri="{FF2B5EF4-FFF2-40B4-BE49-F238E27FC236}">
                <a16:creationId xmlns:a16="http://schemas.microsoft.com/office/drawing/2014/main" id="{9796B611-F0DF-664F-65C5-1313479DD06B}"/>
              </a:ext>
            </a:extLst>
          </p:cNvPr>
          <p:cNvGrpSpPr/>
          <p:nvPr userDrawn="1"/>
        </p:nvGrpSpPr>
        <p:grpSpPr>
          <a:xfrm>
            <a:off x="2555190" y="5958082"/>
            <a:ext cx="9438030" cy="716282"/>
            <a:chOff x="2555190" y="5958082"/>
            <a:chExt cx="9438030" cy="716282"/>
          </a:xfrm>
        </p:grpSpPr>
        <p:sp>
          <p:nvSpPr>
            <p:cNvPr id="33" name="Freeform 9">
              <a:extLst>
                <a:ext uri="{FF2B5EF4-FFF2-40B4-BE49-F238E27FC236}">
                  <a16:creationId xmlns:a16="http://schemas.microsoft.com/office/drawing/2014/main" id="{949527C9-872C-55C2-B4A2-681ECD0F27FC}"/>
                </a:ext>
              </a:extLst>
            </p:cNvPr>
            <p:cNvSpPr/>
            <p:nvPr userDrawn="1"/>
          </p:nvSpPr>
          <p:spPr>
            <a:xfrm>
              <a:off x="11313282" y="5958082"/>
              <a:ext cx="679938" cy="716282"/>
            </a:xfrm>
            <a:custGeom>
              <a:avLst/>
              <a:gdLst/>
              <a:ahLst/>
              <a:cxnLst/>
              <a:rect l="l" t="t" r="r" b="b"/>
              <a:pathLst>
                <a:path w="1163225" h="1225402">
                  <a:moveTo>
                    <a:pt x="0" y="0"/>
                  </a:moveTo>
                  <a:lnTo>
                    <a:pt x="1163225" y="0"/>
                  </a:lnTo>
                  <a:lnTo>
                    <a:pt x="1163225" y="1225402"/>
                  </a:lnTo>
                  <a:lnTo>
                    <a:pt x="0" y="1225402"/>
                  </a:lnTo>
                  <a:lnTo>
                    <a:pt x="0" y="0"/>
                  </a:lnTo>
                  <a:close/>
                </a:path>
              </a:pathLst>
            </a:custGeom>
            <a:blipFill>
              <a:blip r:embed="rId3"/>
              <a:stretch>
                <a:fillRect/>
              </a:stretch>
            </a:blipFill>
          </p:spPr>
          <p:txBody>
            <a:bodyPr/>
            <a:lstStyle/>
            <a:p>
              <a:endParaRPr lang="it-IT"/>
            </a:p>
          </p:txBody>
        </p:sp>
        <p:cxnSp>
          <p:nvCxnSpPr>
            <p:cNvPr id="34" name="Straight Connector 33">
              <a:extLst>
                <a:ext uri="{FF2B5EF4-FFF2-40B4-BE49-F238E27FC236}">
                  <a16:creationId xmlns:a16="http://schemas.microsoft.com/office/drawing/2014/main" id="{8BC94B08-695E-632C-4990-3D1B3FA87656}"/>
                </a:ext>
              </a:extLst>
            </p:cNvPr>
            <p:cNvCxnSpPr>
              <a:cxnSpLocks/>
            </p:cNvCxnSpPr>
            <p:nvPr userDrawn="1"/>
          </p:nvCxnSpPr>
          <p:spPr>
            <a:xfrm>
              <a:off x="11224439" y="6007982"/>
              <a:ext cx="0" cy="639295"/>
            </a:xfrm>
            <a:prstGeom prst="line">
              <a:avLst/>
            </a:prstGeom>
            <a:ln w="12700">
              <a:solidFill>
                <a:srgbClr val="0D145C"/>
              </a:solidFill>
            </a:ln>
          </p:spPr>
          <p:style>
            <a:lnRef idx="2">
              <a:schemeClr val="accent1"/>
            </a:lnRef>
            <a:fillRef idx="0">
              <a:schemeClr val="accent1"/>
            </a:fillRef>
            <a:effectRef idx="1">
              <a:schemeClr val="accent1"/>
            </a:effectRef>
            <a:fontRef idx="minor">
              <a:schemeClr val="tx1"/>
            </a:fontRef>
          </p:style>
        </p:cxnSp>
        <p:sp>
          <p:nvSpPr>
            <p:cNvPr id="35" name="TextBox 34">
              <a:extLst>
                <a:ext uri="{FF2B5EF4-FFF2-40B4-BE49-F238E27FC236}">
                  <a16:creationId xmlns:a16="http://schemas.microsoft.com/office/drawing/2014/main" id="{7B5EC3BA-A3F6-20A8-586B-AB959AECA4D9}"/>
                </a:ext>
              </a:extLst>
            </p:cNvPr>
            <p:cNvSpPr txBox="1"/>
            <p:nvPr userDrawn="1"/>
          </p:nvSpPr>
          <p:spPr>
            <a:xfrm>
              <a:off x="2555190" y="6131557"/>
              <a:ext cx="8624828" cy="369332"/>
            </a:xfrm>
            <a:prstGeom prst="rect">
              <a:avLst/>
            </a:prstGeom>
            <a:noFill/>
          </p:spPr>
          <p:txBody>
            <a:bodyPr wrap="square" rtlCol="0" anchor="ctr">
              <a:spAutoFit/>
            </a:bodyPr>
            <a:lstStyle/>
            <a:p>
              <a:pPr algn="r"/>
              <a:r>
                <a:rPr lang="en-GB" sz="900">
                  <a:effectLst/>
                  <a:latin typeface="Helvetica Neue" panose="02000503000000020004" pitchFamily="2" charset="0"/>
                </a:rPr>
                <a:t>Co-funded by the European Union. Views and opinions expressed are however those of the author(s) only and do not necessarily reflect those of the European Union or the European Education and Culture Executive Agency (EACEA). Neither the European Union nor EACEA can be held responsible for them.</a:t>
              </a:r>
            </a:p>
          </p:txBody>
        </p:sp>
      </p:grpSp>
      <p:sp>
        <p:nvSpPr>
          <p:cNvPr id="38" name="Text Placeholder 24">
            <a:extLst>
              <a:ext uri="{FF2B5EF4-FFF2-40B4-BE49-F238E27FC236}">
                <a16:creationId xmlns:a16="http://schemas.microsoft.com/office/drawing/2014/main" id="{B425ACDF-1D0A-1F8B-11BF-B580E6322330}"/>
              </a:ext>
            </a:extLst>
          </p:cNvPr>
          <p:cNvSpPr>
            <a:spLocks noGrp="1"/>
          </p:cNvSpPr>
          <p:nvPr>
            <p:ph type="body" sz="quarter" idx="10" hasCustomPrompt="1"/>
          </p:nvPr>
        </p:nvSpPr>
        <p:spPr>
          <a:xfrm>
            <a:off x="840639" y="1542130"/>
            <a:ext cx="8426450" cy="528638"/>
          </a:xfrm>
        </p:spPr>
        <p:txBody>
          <a:bodyPr>
            <a:normAutofit/>
          </a:bodyPr>
          <a:lstStyle>
            <a:lvl1pPr marL="0" indent="0">
              <a:lnSpc>
                <a:spcPct val="100000"/>
              </a:lnSpc>
              <a:buNone/>
              <a:defRPr sz="2400">
                <a:solidFill>
                  <a:schemeClr val="bg2">
                    <a:lumMod val="10000"/>
                  </a:schemeClr>
                </a:solidFill>
                <a:latin typeface="Poppins" pitchFamily="2" charset="77"/>
                <a:cs typeface="Poppins" pitchFamily="2" charset="77"/>
              </a:defRPr>
            </a:lvl1pPr>
            <a:lvl2pPr marL="457200" indent="0">
              <a:buNone/>
              <a:defRPr>
                <a:solidFill>
                  <a:schemeClr val="bg2">
                    <a:lumMod val="10000"/>
                  </a:schemeClr>
                </a:solidFill>
                <a:latin typeface="Poppins" pitchFamily="2" charset="77"/>
                <a:cs typeface="Poppins" pitchFamily="2" charset="77"/>
              </a:defRPr>
            </a:lvl2pPr>
            <a:lvl3pPr marL="914400" indent="0">
              <a:buNone/>
              <a:defRPr>
                <a:solidFill>
                  <a:schemeClr val="bg2">
                    <a:lumMod val="10000"/>
                  </a:schemeClr>
                </a:solidFill>
                <a:latin typeface="Poppins" pitchFamily="2" charset="77"/>
                <a:cs typeface="Poppins" pitchFamily="2" charset="77"/>
              </a:defRPr>
            </a:lvl3pPr>
            <a:lvl4pPr marL="1371600" indent="0">
              <a:buNone/>
              <a:defRPr>
                <a:solidFill>
                  <a:schemeClr val="bg2">
                    <a:lumMod val="10000"/>
                  </a:schemeClr>
                </a:solidFill>
                <a:latin typeface="Poppins" pitchFamily="2" charset="77"/>
                <a:cs typeface="Poppins" pitchFamily="2" charset="77"/>
              </a:defRPr>
            </a:lvl4pPr>
            <a:lvl5pPr marL="1828800" indent="0">
              <a:buNone/>
              <a:defRPr>
                <a:solidFill>
                  <a:schemeClr val="bg2">
                    <a:lumMod val="10000"/>
                  </a:schemeClr>
                </a:solidFill>
                <a:latin typeface="Poppins" pitchFamily="2" charset="77"/>
                <a:cs typeface="Poppins" pitchFamily="2" charset="77"/>
              </a:defRPr>
            </a:lvl5pPr>
          </a:lstStyle>
          <a:p>
            <a:pPr lvl="0"/>
            <a:r>
              <a:rPr lang="en-GB"/>
              <a:t>Click to edit text</a:t>
            </a:r>
          </a:p>
        </p:txBody>
      </p:sp>
      <p:sp>
        <p:nvSpPr>
          <p:cNvPr id="39" name="Text Placeholder 24">
            <a:extLst>
              <a:ext uri="{FF2B5EF4-FFF2-40B4-BE49-F238E27FC236}">
                <a16:creationId xmlns:a16="http://schemas.microsoft.com/office/drawing/2014/main" id="{1776ACBD-7EF4-37FB-331C-4287F256DC4E}"/>
              </a:ext>
            </a:extLst>
          </p:cNvPr>
          <p:cNvSpPr>
            <a:spLocks noGrp="1"/>
          </p:cNvSpPr>
          <p:nvPr>
            <p:ph type="body" sz="quarter" idx="11" hasCustomPrompt="1"/>
          </p:nvPr>
        </p:nvSpPr>
        <p:spPr>
          <a:xfrm>
            <a:off x="840639" y="2342230"/>
            <a:ext cx="5255362" cy="3440428"/>
          </a:xfrm>
        </p:spPr>
        <p:txBody>
          <a:bodyPr>
            <a:normAutofit/>
          </a:bodyPr>
          <a:lstStyle>
            <a:lvl1pPr marL="0" indent="0">
              <a:lnSpc>
                <a:spcPct val="100000"/>
              </a:lnSpc>
              <a:buNone/>
              <a:defRPr sz="1400">
                <a:solidFill>
                  <a:schemeClr val="bg2">
                    <a:lumMod val="10000"/>
                  </a:schemeClr>
                </a:solidFill>
                <a:latin typeface="Poppins" pitchFamily="2" charset="77"/>
                <a:cs typeface="Poppins" pitchFamily="2" charset="77"/>
              </a:defRPr>
            </a:lvl1pPr>
            <a:lvl2pPr marL="457200" indent="0">
              <a:buNone/>
              <a:defRPr>
                <a:solidFill>
                  <a:schemeClr val="bg2">
                    <a:lumMod val="10000"/>
                  </a:schemeClr>
                </a:solidFill>
                <a:latin typeface="Poppins" pitchFamily="2" charset="77"/>
                <a:cs typeface="Poppins" pitchFamily="2" charset="77"/>
              </a:defRPr>
            </a:lvl2pPr>
            <a:lvl3pPr marL="914400" indent="0">
              <a:buNone/>
              <a:defRPr>
                <a:solidFill>
                  <a:schemeClr val="bg2">
                    <a:lumMod val="10000"/>
                  </a:schemeClr>
                </a:solidFill>
                <a:latin typeface="Poppins" pitchFamily="2" charset="77"/>
                <a:cs typeface="Poppins" pitchFamily="2" charset="77"/>
              </a:defRPr>
            </a:lvl3pPr>
            <a:lvl4pPr marL="1371600" indent="0">
              <a:buNone/>
              <a:defRPr>
                <a:solidFill>
                  <a:schemeClr val="bg2">
                    <a:lumMod val="10000"/>
                  </a:schemeClr>
                </a:solidFill>
                <a:latin typeface="Poppins" pitchFamily="2" charset="77"/>
                <a:cs typeface="Poppins" pitchFamily="2" charset="77"/>
              </a:defRPr>
            </a:lvl4pPr>
            <a:lvl5pPr marL="1828800" indent="0">
              <a:buNone/>
              <a:defRPr>
                <a:solidFill>
                  <a:schemeClr val="bg2">
                    <a:lumMod val="10000"/>
                  </a:schemeClr>
                </a:solidFill>
                <a:latin typeface="Poppins" pitchFamily="2" charset="77"/>
                <a:cs typeface="Poppins" pitchFamily="2" charset="77"/>
              </a:defRPr>
            </a:lvl5pPr>
          </a:lstStyle>
          <a:p>
            <a:pPr lvl="0"/>
            <a:r>
              <a:rPr lang="en-GB"/>
              <a:t>Click to edit text</a:t>
            </a:r>
          </a:p>
        </p:txBody>
      </p:sp>
      <p:sp>
        <p:nvSpPr>
          <p:cNvPr id="3" name="Table Placeholder 2">
            <a:extLst>
              <a:ext uri="{FF2B5EF4-FFF2-40B4-BE49-F238E27FC236}">
                <a16:creationId xmlns:a16="http://schemas.microsoft.com/office/drawing/2014/main" id="{B4FA0D61-F9A8-F207-2481-C3B757C7CDA3}"/>
              </a:ext>
            </a:extLst>
          </p:cNvPr>
          <p:cNvSpPr>
            <a:spLocks noGrp="1"/>
          </p:cNvSpPr>
          <p:nvPr>
            <p:ph type="tbl" sz="quarter" idx="12" hasCustomPrompt="1"/>
          </p:nvPr>
        </p:nvSpPr>
        <p:spPr>
          <a:xfrm>
            <a:off x="6324600" y="2341563"/>
            <a:ext cx="4987925" cy="3441700"/>
          </a:xfrm>
        </p:spPr>
        <p:txBody>
          <a:bodyPr/>
          <a:lstStyle/>
          <a:p>
            <a:r>
              <a:rPr lang="it-IT"/>
              <a:t>Click the </a:t>
            </a:r>
            <a:r>
              <a:rPr lang="it-IT" err="1"/>
              <a:t>icon</a:t>
            </a:r>
            <a:r>
              <a:rPr lang="it-IT"/>
              <a:t> to </a:t>
            </a:r>
            <a:r>
              <a:rPr lang="it-IT" err="1"/>
              <a:t>add</a:t>
            </a:r>
            <a:r>
              <a:rPr lang="it-IT"/>
              <a:t> a </a:t>
            </a:r>
            <a:r>
              <a:rPr lang="it-IT" err="1"/>
              <a:t>table</a:t>
            </a:r>
            <a:endParaRPr lang="it-IT"/>
          </a:p>
        </p:txBody>
      </p:sp>
    </p:spTree>
    <p:extLst>
      <p:ext uri="{BB962C8B-B14F-4D97-AF65-F5344CB8AC3E}">
        <p14:creationId xmlns:p14="http://schemas.microsoft.com/office/powerpoint/2010/main" val="402992111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_Content_Blue Background">
    <p:bg>
      <p:bgPr>
        <a:solidFill>
          <a:schemeClr val="accent6"/>
        </a:solidFill>
        <a:effectLst/>
      </p:bgPr>
    </p:bg>
    <p:spTree>
      <p:nvGrpSpPr>
        <p:cNvPr id="1" name=""/>
        <p:cNvGrpSpPr/>
        <p:nvPr/>
      </p:nvGrpSpPr>
      <p:grpSpPr>
        <a:xfrm>
          <a:off x="0" y="0"/>
          <a:ext cx="0" cy="0"/>
          <a:chOff x="0" y="0"/>
          <a:chExt cx="0" cy="0"/>
        </a:xfrm>
      </p:grpSpPr>
      <p:sp>
        <p:nvSpPr>
          <p:cNvPr id="10" name="Title 35">
            <a:extLst>
              <a:ext uri="{FF2B5EF4-FFF2-40B4-BE49-F238E27FC236}">
                <a16:creationId xmlns:a16="http://schemas.microsoft.com/office/drawing/2014/main" id="{2C787A33-5453-2F04-AD8F-CAC63AABF0F7}"/>
              </a:ext>
            </a:extLst>
          </p:cNvPr>
          <p:cNvSpPr>
            <a:spLocks noGrp="1"/>
          </p:cNvSpPr>
          <p:nvPr>
            <p:ph type="title" hasCustomPrompt="1"/>
          </p:nvPr>
        </p:nvSpPr>
        <p:spPr>
          <a:xfrm>
            <a:off x="838200" y="845208"/>
            <a:ext cx="9353724" cy="684222"/>
          </a:xfrm>
        </p:spPr>
        <p:txBody>
          <a:bodyPr anchor="t">
            <a:normAutofit/>
          </a:bodyPr>
          <a:lstStyle>
            <a:lvl1pPr>
              <a:lnSpc>
                <a:spcPct val="100000"/>
              </a:lnSpc>
              <a:defRPr sz="4000" b="1">
                <a:solidFill>
                  <a:schemeClr val="bg1"/>
                </a:solidFill>
                <a:latin typeface="Poppins" pitchFamily="2" charset="77"/>
                <a:cs typeface="Poppins" pitchFamily="2" charset="77"/>
              </a:defRPr>
            </a:lvl1pPr>
          </a:lstStyle>
          <a:p>
            <a:r>
              <a:rPr lang="en-GB"/>
              <a:t>Click to edit text </a:t>
            </a:r>
            <a:endParaRPr lang="it-IT"/>
          </a:p>
        </p:txBody>
      </p:sp>
      <p:grpSp>
        <p:nvGrpSpPr>
          <p:cNvPr id="13" name="Group 5">
            <a:extLst>
              <a:ext uri="{FF2B5EF4-FFF2-40B4-BE49-F238E27FC236}">
                <a16:creationId xmlns:a16="http://schemas.microsoft.com/office/drawing/2014/main" id="{0FED4FF1-683B-C147-5DA7-504A6E9462CD}"/>
              </a:ext>
            </a:extLst>
          </p:cNvPr>
          <p:cNvGrpSpPr/>
          <p:nvPr userDrawn="1"/>
        </p:nvGrpSpPr>
        <p:grpSpPr>
          <a:xfrm rot="15211496" flipH="1">
            <a:off x="11734831" y="1733973"/>
            <a:ext cx="1096599" cy="1096599"/>
            <a:chOff x="0" y="0"/>
            <a:chExt cx="812800" cy="812800"/>
          </a:xfrm>
        </p:grpSpPr>
        <p:sp>
          <p:nvSpPr>
            <p:cNvPr id="14" name="Freeform 6">
              <a:extLst>
                <a:ext uri="{FF2B5EF4-FFF2-40B4-BE49-F238E27FC236}">
                  <a16:creationId xmlns:a16="http://schemas.microsoft.com/office/drawing/2014/main" id="{10ADAF77-D02F-8FD7-50BC-488DD151F3A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chemeClr val="accent4"/>
            </a:solidFill>
          </p:spPr>
          <p:txBody>
            <a:bodyPr/>
            <a:lstStyle/>
            <a:p>
              <a:endParaRPr lang="it-IT"/>
            </a:p>
          </p:txBody>
        </p:sp>
        <p:sp>
          <p:nvSpPr>
            <p:cNvPr id="15" name="TextBox 7">
              <a:extLst>
                <a:ext uri="{FF2B5EF4-FFF2-40B4-BE49-F238E27FC236}">
                  <a16:creationId xmlns:a16="http://schemas.microsoft.com/office/drawing/2014/main" id="{D3C64097-B5DD-315B-5C1C-7A2AB9A98571}"/>
                </a:ext>
              </a:extLst>
            </p:cNvPr>
            <p:cNvSpPr txBox="1"/>
            <p:nvPr/>
          </p:nvSpPr>
          <p:spPr>
            <a:xfrm>
              <a:off x="76200" y="19050"/>
              <a:ext cx="660400" cy="717550"/>
            </a:xfrm>
            <a:prstGeom prst="rect">
              <a:avLst/>
            </a:prstGeom>
          </p:spPr>
          <p:txBody>
            <a:bodyPr lIns="18437" tIns="18437" rIns="18437" bIns="18437" rtlCol="0" anchor="ctr"/>
            <a:lstStyle/>
            <a:p>
              <a:pPr algn="ctr">
                <a:lnSpc>
                  <a:spcPts val="2947"/>
                </a:lnSpc>
              </a:pPr>
              <a:endParaRPr/>
            </a:p>
          </p:txBody>
        </p:sp>
      </p:grpSp>
      <p:grpSp>
        <p:nvGrpSpPr>
          <p:cNvPr id="16" name="Group 8">
            <a:extLst>
              <a:ext uri="{FF2B5EF4-FFF2-40B4-BE49-F238E27FC236}">
                <a16:creationId xmlns:a16="http://schemas.microsoft.com/office/drawing/2014/main" id="{CF6130B4-1DA3-3BB6-3612-042B5615E244}"/>
              </a:ext>
            </a:extLst>
          </p:cNvPr>
          <p:cNvGrpSpPr/>
          <p:nvPr userDrawn="1"/>
        </p:nvGrpSpPr>
        <p:grpSpPr>
          <a:xfrm rot="15211496" flipH="1">
            <a:off x="9010036" y="-600189"/>
            <a:ext cx="1176262" cy="1176262"/>
            <a:chOff x="0" y="0"/>
            <a:chExt cx="812800" cy="812800"/>
          </a:xfrm>
        </p:grpSpPr>
        <p:sp>
          <p:nvSpPr>
            <p:cNvPr id="17" name="Freeform 9">
              <a:extLst>
                <a:ext uri="{FF2B5EF4-FFF2-40B4-BE49-F238E27FC236}">
                  <a16:creationId xmlns:a16="http://schemas.microsoft.com/office/drawing/2014/main" id="{C081B9AE-0F08-D37E-9E84-D8A4BEEB026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chemeClr val="accent5"/>
            </a:solidFill>
          </p:spPr>
          <p:txBody>
            <a:bodyPr/>
            <a:lstStyle/>
            <a:p>
              <a:endParaRPr lang="it-IT"/>
            </a:p>
          </p:txBody>
        </p:sp>
        <p:sp>
          <p:nvSpPr>
            <p:cNvPr id="18" name="TextBox 10">
              <a:extLst>
                <a:ext uri="{FF2B5EF4-FFF2-40B4-BE49-F238E27FC236}">
                  <a16:creationId xmlns:a16="http://schemas.microsoft.com/office/drawing/2014/main" id="{112B0AFB-9D45-7968-2D40-6757DB17386D}"/>
                </a:ext>
              </a:extLst>
            </p:cNvPr>
            <p:cNvSpPr txBox="1"/>
            <p:nvPr/>
          </p:nvSpPr>
          <p:spPr>
            <a:xfrm>
              <a:off x="76200" y="19050"/>
              <a:ext cx="660400" cy="717550"/>
            </a:xfrm>
            <a:prstGeom prst="rect">
              <a:avLst/>
            </a:prstGeom>
          </p:spPr>
          <p:txBody>
            <a:bodyPr lIns="18437" tIns="18437" rIns="18437" bIns="18437" rtlCol="0" anchor="ctr"/>
            <a:lstStyle/>
            <a:p>
              <a:pPr algn="ctr">
                <a:lnSpc>
                  <a:spcPts val="2947"/>
                </a:lnSpc>
              </a:pPr>
              <a:endParaRPr/>
            </a:p>
          </p:txBody>
        </p:sp>
      </p:grpSp>
      <p:sp>
        <p:nvSpPr>
          <p:cNvPr id="19" name="AutoShape 11">
            <a:extLst>
              <a:ext uri="{FF2B5EF4-FFF2-40B4-BE49-F238E27FC236}">
                <a16:creationId xmlns:a16="http://schemas.microsoft.com/office/drawing/2014/main" id="{8FAF0E7E-7707-DEA0-F488-0F5453BE4385}"/>
              </a:ext>
            </a:extLst>
          </p:cNvPr>
          <p:cNvSpPr/>
          <p:nvPr userDrawn="1"/>
        </p:nvSpPr>
        <p:spPr>
          <a:xfrm rot="15211496" flipV="1">
            <a:off x="9951543" y="495613"/>
            <a:ext cx="2008496" cy="1304866"/>
          </a:xfrm>
          <a:prstGeom prst="line">
            <a:avLst/>
          </a:prstGeom>
          <a:ln w="142875" cap="flat">
            <a:solidFill>
              <a:schemeClr val="bg1"/>
            </a:solidFill>
            <a:prstDash val="solid"/>
            <a:headEnd type="none" w="sm" len="sm"/>
            <a:tailEnd type="none" w="sm" len="sm"/>
          </a:ln>
        </p:spPr>
        <p:txBody>
          <a:bodyPr/>
          <a:lstStyle/>
          <a:p>
            <a:endParaRPr lang="it-IT"/>
          </a:p>
        </p:txBody>
      </p:sp>
      <p:pic>
        <p:nvPicPr>
          <p:cNvPr id="3" name="Picture 2" descr="A white text on a black background&#10;&#10;Description automatically generated">
            <a:extLst>
              <a:ext uri="{FF2B5EF4-FFF2-40B4-BE49-F238E27FC236}">
                <a16:creationId xmlns:a16="http://schemas.microsoft.com/office/drawing/2014/main" id="{BF058ADE-E265-DA5C-81C4-AA90DBC52DBE}"/>
              </a:ext>
            </a:extLst>
          </p:cNvPr>
          <p:cNvPicPr>
            <a:picLocks noChangeAspect="1"/>
          </p:cNvPicPr>
          <p:nvPr userDrawn="1"/>
        </p:nvPicPr>
        <p:blipFill>
          <a:blip r:embed="rId2"/>
          <a:stretch>
            <a:fillRect/>
          </a:stretch>
        </p:blipFill>
        <p:spPr>
          <a:xfrm>
            <a:off x="197319" y="184788"/>
            <a:ext cx="2007511" cy="492144"/>
          </a:xfrm>
          <a:prstGeom prst="rect">
            <a:avLst/>
          </a:prstGeom>
        </p:spPr>
      </p:pic>
      <p:grpSp>
        <p:nvGrpSpPr>
          <p:cNvPr id="5" name="Group 4">
            <a:extLst>
              <a:ext uri="{FF2B5EF4-FFF2-40B4-BE49-F238E27FC236}">
                <a16:creationId xmlns:a16="http://schemas.microsoft.com/office/drawing/2014/main" id="{24E6983C-2BFD-E046-CA9F-FA23743D1B86}"/>
              </a:ext>
            </a:extLst>
          </p:cNvPr>
          <p:cNvGrpSpPr/>
          <p:nvPr userDrawn="1"/>
        </p:nvGrpSpPr>
        <p:grpSpPr>
          <a:xfrm>
            <a:off x="2555190" y="5958082"/>
            <a:ext cx="9438031" cy="717889"/>
            <a:chOff x="2555190" y="5958082"/>
            <a:chExt cx="9438031" cy="717889"/>
          </a:xfrm>
        </p:grpSpPr>
        <p:pic>
          <p:nvPicPr>
            <p:cNvPr id="6" name="Picture 5" descr="A black and white flag with stars in a circle&#10;&#10;Description automatically generated">
              <a:extLst>
                <a:ext uri="{FF2B5EF4-FFF2-40B4-BE49-F238E27FC236}">
                  <a16:creationId xmlns:a16="http://schemas.microsoft.com/office/drawing/2014/main" id="{E280CE75-337F-989E-D387-3FE443EA2CAD}"/>
                </a:ext>
              </a:extLst>
            </p:cNvPr>
            <p:cNvPicPr>
              <a:picLocks noChangeAspect="1"/>
            </p:cNvPicPr>
            <p:nvPr userDrawn="1"/>
          </p:nvPicPr>
          <p:blipFill>
            <a:blip r:embed="rId3"/>
            <a:stretch>
              <a:fillRect/>
            </a:stretch>
          </p:blipFill>
          <p:spPr>
            <a:xfrm>
              <a:off x="11313282" y="5958082"/>
              <a:ext cx="679939" cy="717889"/>
            </a:xfrm>
            <a:prstGeom prst="rect">
              <a:avLst/>
            </a:prstGeom>
          </p:spPr>
        </p:pic>
        <p:cxnSp>
          <p:nvCxnSpPr>
            <p:cNvPr id="7" name="Straight Connector 6">
              <a:extLst>
                <a:ext uri="{FF2B5EF4-FFF2-40B4-BE49-F238E27FC236}">
                  <a16:creationId xmlns:a16="http://schemas.microsoft.com/office/drawing/2014/main" id="{14EE8DFC-E098-34A2-3E02-44FDA3CC2849}"/>
                </a:ext>
              </a:extLst>
            </p:cNvPr>
            <p:cNvCxnSpPr>
              <a:cxnSpLocks/>
            </p:cNvCxnSpPr>
            <p:nvPr userDrawn="1"/>
          </p:nvCxnSpPr>
          <p:spPr>
            <a:xfrm>
              <a:off x="11224439" y="6007982"/>
              <a:ext cx="0" cy="639295"/>
            </a:xfrm>
            <a:prstGeom prst="line">
              <a:avLst/>
            </a:prstGeom>
            <a:ln w="12700">
              <a:solidFill>
                <a:schemeClr val="bg1"/>
              </a:solidFill>
            </a:ln>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AE5E070C-0BCB-3108-119D-0488046F5876}"/>
                </a:ext>
              </a:extLst>
            </p:cNvPr>
            <p:cNvSpPr txBox="1"/>
            <p:nvPr userDrawn="1"/>
          </p:nvSpPr>
          <p:spPr>
            <a:xfrm>
              <a:off x="2555190" y="6131557"/>
              <a:ext cx="8624828" cy="369332"/>
            </a:xfrm>
            <a:prstGeom prst="rect">
              <a:avLst/>
            </a:prstGeom>
            <a:noFill/>
          </p:spPr>
          <p:txBody>
            <a:bodyPr wrap="square" rtlCol="0" anchor="ctr">
              <a:spAutoFit/>
            </a:bodyPr>
            <a:lstStyle/>
            <a:p>
              <a:pPr algn="r"/>
              <a:r>
                <a:rPr lang="en-GB" sz="900">
                  <a:solidFill>
                    <a:schemeClr val="bg1"/>
                  </a:solidFill>
                  <a:effectLst/>
                  <a:latin typeface="Helvetica Neue" panose="02000503000000020004" pitchFamily="2" charset="0"/>
                </a:rPr>
                <a:t>Co-funded by the European Union. Views and opinions expressed are however those of the author(s) only and do not necessarily reflect those of the European Union or the European Education and Culture Executive Agency (EACEA). Neither the European Union nor EACEA can be held responsible for them.</a:t>
              </a:r>
            </a:p>
          </p:txBody>
        </p:sp>
      </p:grpSp>
      <p:sp>
        <p:nvSpPr>
          <p:cNvPr id="9" name="Text Placeholder 24">
            <a:extLst>
              <a:ext uri="{FF2B5EF4-FFF2-40B4-BE49-F238E27FC236}">
                <a16:creationId xmlns:a16="http://schemas.microsoft.com/office/drawing/2014/main" id="{472521A6-DF83-19F2-7AAE-E7D9AD9DA922}"/>
              </a:ext>
            </a:extLst>
          </p:cNvPr>
          <p:cNvSpPr>
            <a:spLocks noGrp="1"/>
          </p:cNvSpPr>
          <p:nvPr>
            <p:ph type="body" sz="quarter" idx="10" hasCustomPrompt="1"/>
          </p:nvPr>
        </p:nvSpPr>
        <p:spPr>
          <a:xfrm>
            <a:off x="840639" y="1542130"/>
            <a:ext cx="8426450" cy="528638"/>
          </a:xfrm>
        </p:spPr>
        <p:txBody>
          <a:bodyPr>
            <a:normAutofit/>
          </a:bodyPr>
          <a:lstStyle>
            <a:lvl1pPr marL="0" indent="0">
              <a:lnSpc>
                <a:spcPct val="100000"/>
              </a:lnSpc>
              <a:buNone/>
              <a:defRPr sz="2400">
                <a:solidFill>
                  <a:schemeClr val="bg1"/>
                </a:solidFill>
                <a:latin typeface="Poppins" pitchFamily="2" charset="77"/>
                <a:cs typeface="Poppins" pitchFamily="2" charset="77"/>
              </a:defRPr>
            </a:lvl1pPr>
            <a:lvl2pPr marL="457200" indent="0">
              <a:buNone/>
              <a:defRPr>
                <a:solidFill>
                  <a:schemeClr val="bg2">
                    <a:lumMod val="10000"/>
                  </a:schemeClr>
                </a:solidFill>
                <a:latin typeface="Poppins" pitchFamily="2" charset="77"/>
                <a:cs typeface="Poppins" pitchFamily="2" charset="77"/>
              </a:defRPr>
            </a:lvl2pPr>
            <a:lvl3pPr marL="914400" indent="0">
              <a:buNone/>
              <a:defRPr>
                <a:solidFill>
                  <a:schemeClr val="bg2">
                    <a:lumMod val="10000"/>
                  </a:schemeClr>
                </a:solidFill>
                <a:latin typeface="Poppins" pitchFamily="2" charset="77"/>
                <a:cs typeface="Poppins" pitchFamily="2" charset="77"/>
              </a:defRPr>
            </a:lvl3pPr>
            <a:lvl4pPr marL="1371600" indent="0">
              <a:buNone/>
              <a:defRPr>
                <a:solidFill>
                  <a:schemeClr val="bg2">
                    <a:lumMod val="10000"/>
                  </a:schemeClr>
                </a:solidFill>
                <a:latin typeface="Poppins" pitchFamily="2" charset="77"/>
                <a:cs typeface="Poppins" pitchFamily="2" charset="77"/>
              </a:defRPr>
            </a:lvl4pPr>
            <a:lvl5pPr marL="1828800" indent="0">
              <a:buNone/>
              <a:defRPr>
                <a:solidFill>
                  <a:schemeClr val="bg2">
                    <a:lumMod val="10000"/>
                  </a:schemeClr>
                </a:solidFill>
                <a:latin typeface="Poppins" pitchFamily="2" charset="77"/>
                <a:cs typeface="Poppins" pitchFamily="2" charset="77"/>
              </a:defRPr>
            </a:lvl5pPr>
          </a:lstStyle>
          <a:p>
            <a:pPr lvl="0"/>
            <a:r>
              <a:rPr lang="en-GB"/>
              <a:t>Click to edit text</a:t>
            </a:r>
          </a:p>
        </p:txBody>
      </p:sp>
      <p:sp>
        <p:nvSpPr>
          <p:cNvPr id="21" name="Text Placeholder 24">
            <a:extLst>
              <a:ext uri="{FF2B5EF4-FFF2-40B4-BE49-F238E27FC236}">
                <a16:creationId xmlns:a16="http://schemas.microsoft.com/office/drawing/2014/main" id="{3938E4A4-BFC4-86A0-80C3-4B52A3F6E011}"/>
              </a:ext>
            </a:extLst>
          </p:cNvPr>
          <p:cNvSpPr>
            <a:spLocks noGrp="1"/>
          </p:cNvSpPr>
          <p:nvPr>
            <p:ph type="body" sz="quarter" idx="11" hasCustomPrompt="1"/>
          </p:nvPr>
        </p:nvSpPr>
        <p:spPr>
          <a:xfrm>
            <a:off x="840639" y="2342230"/>
            <a:ext cx="5255362" cy="3440428"/>
          </a:xfrm>
        </p:spPr>
        <p:txBody>
          <a:bodyPr>
            <a:normAutofit/>
          </a:bodyPr>
          <a:lstStyle>
            <a:lvl1pPr marL="0" indent="0">
              <a:lnSpc>
                <a:spcPct val="100000"/>
              </a:lnSpc>
              <a:buNone/>
              <a:defRPr sz="1400">
                <a:solidFill>
                  <a:schemeClr val="bg1"/>
                </a:solidFill>
                <a:latin typeface="Poppins" pitchFamily="2" charset="77"/>
                <a:cs typeface="Poppins" pitchFamily="2" charset="77"/>
              </a:defRPr>
            </a:lvl1pPr>
            <a:lvl2pPr marL="457200" indent="0">
              <a:buNone/>
              <a:defRPr>
                <a:solidFill>
                  <a:schemeClr val="bg2">
                    <a:lumMod val="10000"/>
                  </a:schemeClr>
                </a:solidFill>
                <a:latin typeface="Poppins" pitchFamily="2" charset="77"/>
                <a:cs typeface="Poppins" pitchFamily="2" charset="77"/>
              </a:defRPr>
            </a:lvl2pPr>
            <a:lvl3pPr marL="914400" indent="0">
              <a:buNone/>
              <a:defRPr>
                <a:solidFill>
                  <a:schemeClr val="bg2">
                    <a:lumMod val="10000"/>
                  </a:schemeClr>
                </a:solidFill>
                <a:latin typeface="Poppins" pitchFamily="2" charset="77"/>
                <a:cs typeface="Poppins" pitchFamily="2" charset="77"/>
              </a:defRPr>
            </a:lvl3pPr>
            <a:lvl4pPr marL="1371600" indent="0">
              <a:buNone/>
              <a:defRPr>
                <a:solidFill>
                  <a:schemeClr val="bg2">
                    <a:lumMod val="10000"/>
                  </a:schemeClr>
                </a:solidFill>
                <a:latin typeface="Poppins" pitchFamily="2" charset="77"/>
                <a:cs typeface="Poppins" pitchFamily="2" charset="77"/>
              </a:defRPr>
            </a:lvl4pPr>
            <a:lvl5pPr marL="1828800" indent="0">
              <a:buNone/>
              <a:defRPr>
                <a:solidFill>
                  <a:schemeClr val="bg2">
                    <a:lumMod val="10000"/>
                  </a:schemeClr>
                </a:solidFill>
                <a:latin typeface="Poppins" pitchFamily="2" charset="77"/>
                <a:cs typeface="Poppins" pitchFamily="2" charset="77"/>
              </a:defRPr>
            </a:lvl5pPr>
          </a:lstStyle>
          <a:p>
            <a:pPr lvl="0"/>
            <a:r>
              <a:rPr lang="en-GB"/>
              <a:t>Click to edit text</a:t>
            </a:r>
          </a:p>
        </p:txBody>
      </p:sp>
      <p:sp>
        <p:nvSpPr>
          <p:cNvPr id="2" name="Table Placeholder 2">
            <a:extLst>
              <a:ext uri="{FF2B5EF4-FFF2-40B4-BE49-F238E27FC236}">
                <a16:creationId xmlns:a16="http://schemas.microsoft.com/office/drawing/2014/main" id="{9E5FCC8D-2AAB-47F3-7F7E-83CFBAD7423F}"/>
              </a:ext>
            </a:extLst>
          </p:cNvPr>
          <p:cNvSpPr>
            <a:spLocks noGrp="1"/>
          </p:cNvSpPr>
          <p:nvPr>
            <p:ph type="tbl" sz="quarter" idx="12" hasCustomPrompt="1"/>
          </p:nvPr>
        </p:nvSpPr>
        <p:spPr>
          <a:xfrm>
            <a:off x="6324600" y="2341563"/>
            <a:ext cx="4987925" cy="3441700"/>
          </a:xfrm>
        </p:spPr>
        <p:txBody>
          <a:bodyPr/>
          <a:lstStyle>
            <a:lvl1pPr>
              <a:defRPr>
                <a:solidFill>
                  <a:schemeClr val="bg1"/>
                </a:solidFill>
              </a:defRPr>
            </a:lvl1pPr>
          </a:lstStyle>
          <a:p>
            <a:r>
              <a:rPr lang="it-IT"/>
              <a:t>Click the </a:t>
            </a:r>
            <a:r>
              <a:rPr lang="it-IT" err="1"/>
              <a:t>icon</a:t>
            </a:r>
            <a:r>
              <a:rPr lang="it-IT"/>
              <a:t> to </a:t>
            </a:r>
            <a:r>
              <a:rPr lang="it-IT" err="1"/>
              <a:t>add</a:t>
            </a:r>
            <a:r>
              <a:rPr lang="it-IT"/>
              <a:t> a </a:t>
            </a:r>
            <a:r>
              <a:rPr lang="it-IT" err="1"/>
              <a:t>table</a:t>
            </a:r>
            <a:endParaRPr lang="it-IT"/>
          </a:p>
        </p:txBody>
      </p:sp>
    </p:spTree>
    <p:extLst>
      <p:ext uri="{BB962C8B-B14F-4D97-AF65-F5344CB8AC3E}">
        <p14:creationId xmlns:p14="http://schemas.microsoft.com/office/powerpoint/2010/main" val="7460836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type="picTx" preserve="1">
  <p:cSld name="Caption + Picture_White Backgroun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B8B234-0215-6F80-07BF-966EECAD17C2}"/>
              </a:ext>
            </a:extLst>
          </p:cNvPr>
          <p:cNvSpPr>
            <a:spLocks noGrp="1"/>
          </p:cNvSpPr>
          <p:nvPr>
            <p:ph type="title" hasCustomPrompt="1"/>
          </p:nvPr>
        </p:nvSpPr>
        <p:spPr>
          <a:xfrm>
            <a:off x="839788" y="987424"/>
            <a:ext cx="3932237" cy="1069975"/>
          </a:xfrm>
        </p:spPr>
        <p:txBody>
          <a:bodyPr anchor="b"/>
          <a:lstStyle>
            <a:lvl1pPr>
              <a:defRPr sz="3200"/>
            </a:lvl1pPr>
          </a:lstStyle>
          <a:p>
            <a:r>
              <a:rPr lang="en-GB"/>
              <a:t>Click to edit title style</a:t>
            </a:r>
            <a:endParaRPr lang="it-IT"/>
          </a:p>
        </p:txBody>
      </p:sp>
      <p:sp>
        <p:nvSpPr>
          <p:cNvPr id="3" name="Picture Placeholder 2">
            <a:extLst>
              <a:ext uri="{FF2B5EF4-FFF2-40B4-BE49-F238E27FC236}">
                <a16:creationId xmlns:a16="http://schemas.microsoft.com/office/drawing/2014/main" id="{FD29BD4C-B49A-6970-23DF-0C92D2568A76}"/>
              </a:ext>
            </a:extLst>
          </p:cNvPr>
          <p:cNvSpPr>
            <a:spLocks noGrp="1"/>
          </p:cNvSpPr>
          <p:nvPr>
            <p:ph type="pic" idx="1" hasCustomPrompt="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it-IT"/>
              <a:t>Click the </a:t>
            </a:r>
            <a:r>
              <a:rPr lang="it-IT" err="1"/>
              <a:t>icon</a:t>
            </a:r>
            <a:r>
              <a:rPr lang="it-IT"/>
              <a:t> to </a:t>
            </a:r>
            <a:r>
              <a:rPr lang="it-IT" err="1"/>
              <a:t>add</a:t>
            </a:r>
            <a:r>
              <a:rPr lang="it-IT"/>
              <a:t> a picture</a:t>
            </a:r>
          </a:p>
        </p:txBody>
      </p:sp>
      <p:sp>
        <p:nvSpPr>
          <p:cNvPr id="4" name="Text Placeholder 3">
            <a:extLst>
              <a:ext uri="{FF2B5EF4-FFF2-40B4-BE49-F238E27FC236}">
                <a16:creationId xmlns:a16="http://schemas.microsoft.com/office/drawing/2014/main" id="{96ADF617-FDD6-CF4D-A2C0-75603516B3A4}"/>
              </a:ext>
            </a:extLst>
          </p:cNvPr>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text</a:t>
            </a:r>
          </a:p>
        </p:txBody>
      </p:sp>
      <p:grpSp>
        <p:nvGrpSpPr>
          <p:cNvPr id="11" name="Group 10">
            <a:extLst>
              <a:ext uri="{FF2B5EF4-FFF2-40B4-BE49-F238E27FC236}">
                <a16:creationId xmlns:a16="http://schemas.microsoft.com/office/drawing/2014/main" id="{5BFA24CA-F235-A51B-6909-D398A455B6AB}"/>
              </a:ext>
            </a:extLst>
          </p:cNvPr>
          <p:cNvGrpSpPr/>
          <p:nvPr userDrawn="1"/>
        </p:nvGrpSpPr>
        <p:grpSpPr>
          <a:xfrm>
            <a:off x="2555190" y="5958082"/>
            <a:ext cx="9438030" cy="716282"/>
            <a:chOff x="2555190" y="5958082"/>
            <a:chExt cx="9438030" cy="716282"/>
          </a:xfrm>
        </p:grpSpPr>
        <p:sp>
          <p:nvSpPr>
            <p:cNvPr id="12" name="Freeform 9">
              <a:extLst>
                <a:ext uri="{FF2B5EF4-FFF2-40B4-BE49-F238E27FC236}">
                  <a16:creationId xmlns:a16="http://schemas.microsoft.com/office/drawing/2014/main" id="{DF5AD531-BF0A-D5AF-6976-F3EFBDE0A299}"/>
                </a:ext>
              </a:extLst>
            </p:cNvPr>
            <p:cNvSpPr/>
            <p:nvPr userDrawn="1"/>
          </p:nvSpPr>
          <p:spPr>
            <a:xfrm>
              <a:off x="11313282" y="5958082"/>
              <a:ext cx="679938" cy="716282"/>
            </a:xfrm>
            <a:custGeom>
              <a:avLst/>
              <a:gdLst/>
              <a:ahLst/>
              <a:cxnLst/>
              <a:rect l="l" t="t" r="r" b="b"/>
              <a:pathLst>
                <a:path w="1163225" h="1225402">
                  <a:moveTo>
                    <a:pt x="0" y="0"/>
                  </a:moveTo>
                  <a:lnTo>
                    <a:pt x="1163225" y="0"/>
                  </a:lnTo>
                  <a:lnTo>
                    <a:pt x="1163225" y="1225402"/>
                  </a:lnTo>
                  <a:lnTo>
                    <a:pt x="0" y="1225402"/>
                  </a:lnTo>
                  <a:lnTo>
                    <a:pt x="0" y="0"/>
                  </a:lnTo>
                  <a:close/>
                </a:path>
              </a:pathLst>
            </a:custGeom>
            <a:blipFill>
              <a:blip r:embed="rId2"/>
              <a:stretch>
                <a:fillRect/>
              </a:stretch>
            </a:blipFill>
          </p:spPr>
          <p:txBody>
            <a:bodyPr/>
            <a:lstStyle/>
            <a:p>
              <a:endParaRPr lang="it-IT"/>
            </a:p>
          </p:txBody>
        </p:sp>
        <p:cxnSp>
          <p:nvCxnSpPr>
            <p:cNvPr id="13" name="Straight Connector 12">
              <a:extLst>
                <a:ext uri="{FF2B5EF4-FFF2-40B4-BE49-F238E27FC236}">
                  <a16:creationId xmlns:a16="http://schemas.microsoft.com/office/drawing/2014/main" id="{94DC71EE-36C8-BD8F-6BE4-EE3ED7613263}"/>
                </a:ext>
              </a:extLst>
            </p:cNvPr>
            <p:cNvCxnSpPr>
              <a:cxnSpLocks/>
            </p:cNvCxnSpPr>
            <p:nvPr userDrawn="1"/>
          </p:nvCxnSpPr>
          <p:spPr>
            <a:xfrm>
              <a:off x="11224439" y="6007982"/>
              <a:ext cx="0" cy="639295"/>
            </a:xfrm>
            <a:prstGeom prst="line">
              <a:avLst/>
            </a:prstGeom>
            <a:ln w="12700">
              <a:solidFill>
                <a:srgbClr val="0D145C"/>
              </a:solidFill>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217D9C17-BA7B-EB9C-CFD6-AA14198C2197}"/>
                </a:ext>
              </a:extLst>
            </p:cNvPr>
            <p:cNvSpPr txBox="1"/>
            <p:nvPr userDrawn="1"/>
          </p:nvSpPr>
          <p:spPr>
            <a:xfrm>
              <a:off x="2555190" y="6131557"/>
              <a:ext cx="8624828" cy="369332"/>
            </a:xfrm>
            <a:prstGeom prst="rect">
              <a:avLst/>
            </a:prstGeom>
            <a:noFill/>
          </p:spPr>
          <p:txBody>
            <a:bodyPr wrap="square" rtlCol="0" anchor="ctr">
              <a:spAutoFit/>
            </a:bodyPr>
            <a:lstStyle/>
            <a:p>
              <a:pPr algn="r"/>
              <a:r>
                <a:rPr lang="en-GB" sz="900">
                  <a:effectLst/>
                  <a:latin typeface="Helvetica Neue" panose="02000503000000020004" pitchFamily="2" charset="0"/>
                </a:rPr>
                <a:t>Co-funded by the European Union. Views and opinions expressed are however those of the author(s) only and do not necessarily reflect those of the European Union or the European Education and Culture Executive Agency (EACEA). Neither the European Union nor EACEA can be held responsible for them.</a:t>
              </a:r>
            </a:p>
          </p:txBody>
        </p:sp>
      </p:grpSp>
      <p:sp>
        <p:nvSpPr>
          <p:cNvPr id="22" name="Freeform 2">
            <a:extLst>
              <a:ext uri="{FF2B5EF4-FFF2-40B4-BE49-F238E27FC236}">
                <a16:creationId xmlns:a16="http://schemas.microsoft.com/office/drawing/2014/main" id="{A56A673C-B45A-4F6D-B9E4-805B33A8A12A}"/>
              </a:ext>
            </a:extLst>
          </p:cNvPr>
          <p:cNvSpPr/>
          <p:nvPr userDrawn="1"/>
        </p:nvSpPr>
        <p:spPr>
          <a:xfrm>
            <a:off x="197320" y="184789"/>
            <a:ext cx="2007511" cy="493128"/>
          </a:xfrm>
          <a:custGeom>
            <a:avLst/>
            <a:gdLst/>
            <a:ahLst/>
            <a:cxnLst/>
            <a:rect l="l" t="t" r="r" b="b"/>
            <a:pathLst>
              <a:path w="3195166" h="784865">
                <a:moveTo>
                  <a:pt x="0" y="0"/>
                </a:moveTo>
                <a:lnTo>
                  <a:pt x="3195166" y="0"/>
                </a:lnTo>
                <a:lnTo>
                  <a:pt x="3195166" y="784864"/>
                </a:lnTo>
                <a:lnTo>
                  <a:pt x="0" y="784864"/>
                </a:lnTo>
                <a:lnTo>
                  <a:pt x="0" y="0"/>
                </a:lnTo>
                <a:close/>
              </a:path>
            </a:pathLst>
          </a:custGeom>
          <a:blipFill>
            <a:blip r:embed="rId3"/>
            <a:stretch>
              <a:fillRect/>
            </a:stretch>
          </a:blipFill>
        </p:spPr>
        <p:txBody>
          <a:bodyPr/>
          <a:lstStyle/>
          <a:p>
            <a:endParaRPr lang="it-IT"/>
          </a:p>
        </p:txBody>
      </p:sp>
      <p:grpSp>
        <p:nvGrpSpPr>
          <p:cNvPr id="15" name="Group 5">
            <a:extLst>
              <a:ext uri="{FF2B5EF4-FFF2-40B4-BE49-F238E27FC236}">
                <a16:creationId xmlns:a16="http://schemas.microsoft.com/office/drawing/2014/main" id="{3335637E-619D-721F-24E9-BCDBF213FE7F}"/>
              </a:ext>
            </a:extLst>
          </p:cNvPr>
          <p:cNvGrpSpPr/>
          <p:nvPr userDrawn="1"/>
        </p:nvGrpSpPr>
        <p:grpSpPr>
          <a:xfrm rot="15211496" flipH="1">
            <a:off x="11734831" y="1733973"/>
            <a:ext cx="1096599" cy="1096599"/>
            <a:chOff x="0" y="0"/>
            <a:chExt cx="812800" cy="812800"/>
          </a:xfrm>
        </p:grpSpPr>
        <p:sp>
          <p:nvSpPr>
            <p:cNvPr id="16" name="Freeform 6">
              <a:extLst>
                <a:ext uri="{FF2B5EF4-FFF2-40B4-BE49-F238E27FC236}">
                  <a16:creationId xmlns:a16="http://schemas.microsoft.com/office/drawing/2014/main" id="{E8DD37A3-6410-D9ED-FD46-38A18DAE0E20}"/>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chemeClr val="accent5"/>
            </a:solidFill>
          </p:spPr>
          <p:txBody>
            <a:bodyPr/>
            <a:lstStyle/>
            <a:p>
              <a:endParaRPr lang="it-IT"/>
            </a:p>
          </p:txBody>
        </p:sp>
        <p:sp>
          <p:nvSpPr>
            <p:cNvPr id="17" name="TextBox 7">
              <a:extLst>
                <a:ext uri="{FF2B5EF4-FFF2-40B4-BE49-F238E27FC236}">
                  <a16:creationId xmlns:a16="http://schemas.microsoft.com/office/drawing/2014/main" id="{E35C0749-739C-F0FE-3769-59EC1B56714C}"/>
                </a:ext>
              </a:extLst>
            </p:cNvPr>
            <p:cNvSpPr txBox="1"/>
            <p:nvPr/>
          </p:nvSpPr>
          <p:spPr>
            <a:xfrm>
              <a:off x="76200" y="19050"/>
              <a:ext cx="660400" cy="717550"/>
            </a:xfrm>
            <a:prstGeom prst="rect">
              <a:avLst/>
            </a:prstGeom>
          </p:spPr>
          <p:txBody>
            <a:bodyPr lIns="18437" tIns="18437" rIns="18437" bIns="18437" rtlCol="0" anchor="ctr"/>
            <a:lstStyle/>
            <a:p>
              <a:pPr algn="ctr">
                <a:lnSpc>
                  <a:spcPts val="2947"/>
                </a:lnSpc>
              </a:pPr>
              <a:endParaRPr/>
            </a:p>
          </p:txBody>
        </p:sp>
      </p:grpSp>
      <p:grpSp>
        <p:nvGrpSpPr>
          <p:cNvPr id="18" name="Group 8">
            <a:extLst>
              <a:ext uri="{FF2B5EF4-FFF2-40B4-BE49-F238E27FC236}">
                <a16:creationId xmlns:a16="http://schemas.microsoft.com/office/drawing/2014/main" id="{BFD4FBDB-AAA9-136E-25A0-03EA8094B0DB}"/>
              </a:ext>
            </a:extLst>
          </p:cNvPr>
          <p:cNvGrpSpPr/>
          <p:nvPr userDrawn="1"/>
        </p:nvGrpSpPr>
        <p:grpSpPr>
          <a:xfrm rot="15211496" flipH="1">
            <a:off x="9010036" y="-600189"/>
            <a:ext cx="1176262" cy="1176262"/>
            <a:chOff x="0" y="0"/>
            <a:chExt cx="812800" cy="812800"/>
          </a:xfrm>
        </p:grpSpPr>
        <p:sp>
          <p:nvSpPr>
            <p:cNvPr id="19" name="Freeform 9">
              <a:extLst>
                <a:ext uri="{FF2B5EF4-FFF2-40B4-BE49-F238E27FC236}">
                  <a16:creationId xmlns:a16="http://schemas.microsoft.com/office/drawing/2014/main" id="{C24EED0A-4A3F-3856-0623-0821E33692D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chemeClr val="accent1"/>
            </a:solidFill>
          </p:spPr>
          <p:txBody>
            <a:bodyPr/>
            <a:lstStyle/>
            <a:p>
              <a:endParaRPr lang="it-IT"/>
            </a:p>
          </p:txBody>
        </p:sp>
        <p:sp>
          <p:nvSpPr>
            <p:cNvPr id="20" name="TextBox 10">
              <a:extLst>
                <a:ext uri="{FF2B5EF4-FFF2-40B4-BE49-F238E27FC236}">
                  <a16:creationId xmlns:a16="http://schemas.microsoft.com/office/drawing/2014/main" id="{4872CC15-A3AA-513A-2B39-2A3A6061898C}"/>
                </a:ext>
              </a:extLst>
            </p:cNvPr>
            <p:cNvSpPr txBox="1"/>
            <p:nvPr/>
          </p:nvSpPr>
          <p:spPr>
            <a:xfrm>
              <a:off x="76200" y="19050"/>
              <a:ext cx="660400" cy="717550"/>
            </a:xfrm>
            <a:prstGeom prst="rect">
              <a:avLst/>
            </a:prstGeom>
          </p:spPr>
          <p:txBody>
            <a:bodyPr lIns="18437" tIns="18437" rIns="18437" bIns="18437" rtlCol="0" anchor="ctr"/>
            <a:lstStyle/>
            <a:p>
              <a:pPr algn="ctr">
                <a:lnSpc>
                  <a:spcPts val="2947"/>
                </a:lnSpc>
              </a:pPr>
              <a:endParaRPr/>
            </a:p>
          </p:txBody>
        </p:sp>
      </p:grpSp>
      <p:sp>
        <p:nvSpPr>
          <p:cNvPr id="21" name="AutoShape 11">
            <a:extLst>
              <a:ext uri="{FF2B5EF4-FFF2-40B4-BE49-F238E27FC236}">
                <a16:creationId xmlns:a16="http://schemas.microsoft.com/office/drawing/2014/main" id="{D8F0C5C5-6A30-C6D4-15B9-534392341E88}"/>
              </a:ext>
            </a:extLst>
          </p:cNvPr>
          <p:cNvSpPr/>
          <p:nvPr userDrawn="1"/>
        </p:nvSpPr>
        <p:spPr>
          <a:xfrm rot="15211496" flipV="1">
            <a:off x="9951543" y="495613"/>
            <a:ext cx="2008496" cy="1304866"/>
          </a:xfrm>
          <a:prstGeom prst="line">
            <a:avLst/>
          </a:prstGeom>
          <a:ln w="142875" cap="flat">
            <a:solidFill>
              <a:srgbClr val="0E145D"/>
            </a:solidFill>
            <a:prstDash val="solid"/>
            <a:headEnd type="none" w="sm" len="sm"/>
            <a:tailEnd type="none" w="sm" len="sm"/>
          </a:ln>
        </p:spPr>
        <p:txBody>
          <a:bodyPr/>
          <a:lstStyle/>
          <a:p>
            <a:endParaRPr lang="it-IT"/>
          </a:p>
        </p:txBody>
      </p:sp>
    </p:spTree>
    <p:extLst>
      <p:ext uri="{BB962C8B-B14F-4D97-AF65-F5344CB8AC3E}">
        <p14:creationId xmlns:p14="http://schemas.microsoft.com/office/powerpoint/2010/main" val="287717149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picTx" preserve="1">
  <p:cSld name="Caption + Picture_Blue Backgroun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B8B234-0215-6F80-07BF-966EECAD17C2}"/>
              </a:ext>
            </a:extLst>
          </p:cNvPr>
          <p:cNvSpPr>
            <a:spLocks noGrp="1"/>
          </p:cNvSpPr>
          <p:nvPr>
            <p:ph type="title" hasCustomPrompt="1"/>
          </p:nvPr>
        </p:nvSpPr>
        <p:spPr>
          <a:xfrm>
            <a:off x="839788" y="987424"/>
            <a:ext cx="3932237" cy="1069975"/>
          </a:xfrm>
        </p:spPr>
        <p:txBody>
          <a:bodyPr anchor="b"/>
          <a:lstStyle>
            <a:lvl1pPr>
              <a:defRPr sz="3200">
                <a:solidFill>
                  <a:schemeClr val="bg1"/>
                </a:solidFill>
              </a:defRPr>
            </a:lvl1pPr>
          </a:lstStyle>
          <a:p>
            <a:r>
              <a:rPr lang="en-GB"/>
              <a:t>Click to edit title style</a:t>
            </a:r>
            <a:endParaRPr lang="it-IT"/>
          </a:p>
        </p:txBody>
      </p:sp>
      <p:sp>
        <p:nvSpPr>
          <p:cNvPr id="3" name="Picture Placeholder 2">
            <a:extLst>
              <a:ext uri="{FF2B5EF4-FFF2-40B4-BE49-F238E27FC236}">
                <a16:creationId xmlns:a16="http://schemas.microsoft.com/office/drawing/2014/main" id="{FD29BD4C-B49A-6970-23DF-0C92D2568A76}"/>
              </a:ext>
            </a:extLst>
          </p:cNvPr>
          <p:cNvSpPr>
            <a:spLocks noGrp="1"/>
          </p:cNvSpPr>
          <p:nvPr>
            <p:ph type="pic" idx="1" hasCustomPrompt="1"/>
          </p:nvPr>
        </p:nvSpPr>
        <p:spPr>
          <a:xfrm>
            <a:off x="5183188" y="987425"/>
            <a:ext cx="6172200" cy="4873625"/>
          </a:xfrm>
        </p:spPr>
        <p:txBody>
          <a:bodyPr/>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it-IT"/>
              <a:t>Click the </a:t>
            </a:r>
            <a:r>
              <a:rPr lang="it-IT" err="1"/>
              <a:t>icon</a:t>
            </a:r>
            <a:r>
              <a:rPr lang="it-IT"/>
              <a:t> to </a:t>
            </a:r>
            <a:r>
              <a:rPr lang="it-IT" err="1"/>
              <a:t>add</a:t>
            </a:r>
            <a:r>
              <a:rPr lang="it-IT"/>
              <a:t> a picture</a:t>
            </a:r>
          </a:p>
        </p:txBody>
      </p:sp>
      <p:sp>
        <p:nvSpPr>
          <p:cNvPr id="4" name="Text Placeholder 3">
            <a:extLst>
              <a:ext uri="{FF2B5EF4-FFF2-40B4-BE49-F238E27FC236}">
                <a16:creationId xmlns:a16="http://schemas.microsoft.com/office/drawing/2014/main" id="{96ADF617-FDD6-CF4D-A2C0-75603516B3A4}"/>
              </a:ext>
            </a:extLst>
          </p:cNvPr>
          <p:cNvSpPr>
            <a:spLocks noGrp="1"/>
          </p:cNvSpPr>
          <p:nvPr>
            <p:ph type="body" sz="half" idx="2" hasCustomPrompt="1"/>
          </p:nvPr>
        </p:nvSpPr>
        <p:spPr>
          <a:xfrm>
            <a:off x="839788" y="2057400"/>
            <a:ext cx="3932237" cy="3811588"/>
          </a:xfrm>
        </p:spPr>
        <p:txBody>
          <a:bodyPr/>
          <a:lstStyle>
            <a:lvl1pPr marL="0" inden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text</a:t>
            </a:r>
          </a:p>
        </p:txBody>
      </p:sp>
      <p:grpSp>
        <p:nvGrpSpPr>
          <p:cNvPr id="15" name="Group 5">
            <a:extLst>
              <a:ext uri="{FF2B5EF4-FFF2-40B4-BE49-F238E27FC236}">
                <a16:creationId xmlns:a16="http://schemas.microsoft.com/office/drawing/2014/main" id="{3335637E-619D-721F-24E9-BCDBF213FE7F}"/>
              </a:ext>
            </a:extLst>
          </p:cNvPr>
          <p:cNvGrpSpPr/>
          <p:nvPr userDrawn="1"/>
        </p:nvGrpSpPr>
        <p:grpSpPr>
          <a:xfrm rot="15211496" flipH="1">
            <a:off x="11734831" y="1733973"/>
            <a:ext cx="1096599" cy="1096599"/>
            <a:chOff x="0" y="0"/>
            <a:chExt cx="812800" cy="812800"/>
          </a:xfrm>
        </p:grpSpPr>
        <p:sp>
          <p:nvSpPr>
            <p:cNvPr id="16" name="Freeform 6">
              <a:extLst>
                <a:ext uri="{FF2B5EF4-FFF2-40B4-BE49-F238E27FC236}">
                  <a16:creationId xmlns:a16="http://schemas.microsoft.com/office/drawing/2014/main" id="{E8DD37A3-6410-D9ED-FD46-38A18DAE0E20}"/>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chemeClr val="accent5"/>
            </a:solidFill>
          </p:spPr>
          <p:txBody>
            <a:bodyPr/>
            <a:lstStyle/>
            <a:p>
              <a:endParaRPr lang="it-IT"/>
            </a:p>
          </p:txBody>
        </p:sp>
        <p:sp>
          <p:nvSpPr>
            <p:cNvPr id="17" name="TextBox 7">
              <a:extLst>
                <a:ext uri="{FF2B5EF4-FFF2-40B4-BE49-F238E27FC236}">
                  <a16:creationId xmlns:a16="http://schemas.microsoft.com/office/drawing/2014/main" id="{E35C0749-739C-F0FE-3769-59EC1B56714C}"/>
                </a:ext>
              </a:extLst>
            </p:cNvPr>
            <p:cNvSpPr txBox="1"/>
            <p:nvPr/>
          </p:nvSpPr>
          <p:spPr>
            <a:xfrm>
              <a:off x="76200" y="19050"/>
              <a:ext cx="660400" cy="717550"/>
            </a:xfrm>
            <a:prstGeom prst="rect">
              <a:avLst/>
            </a:prstGeom>
          </p:spPr>
          <p:txBody>
            <a:bodyPr lIns="18437" tIns="18437" rIns="18437" bIns="18437" rtlCol="0" anchor="ctr"/>
            <a:lstStyle/>
            <a:p>
              <a:pPr algn="ctr">
                <a:lnSpc>
                  <a:spcPts val="2947"/>
                </a:lnSpc>
              </a:pPr>
              <a:endParaRPr/>
            </a:p>
          </p:txBody>
        </p:sp>
      </p:grpSp>
      <p:grpSp>
        <p:nvGrpSpPr>
          <p:cNvPr id="18" name="Group 8">
            <a:extLst>
              <a:ext uri="{FF2B5EF4-FFF2-40B4-BE49-F238E27FC236}">
                <a16:creationId xmlns:a16="http://schemas.microsoft.com/office/drawing/2014/main" id="{BFD4FBDB-AAA9-136E-25A0-03EA8094B0DB}"/>
              </a:ext>
            </a:extLst>
          </p:cNvPr>
          <p:cNvGrpSpPr/>
          <p:nvPr userDrawn="1"/>
        </p:nvGrpSpPr>
        <p:grpSpPr>
          <a:xfrm rot="15211496" flipH="1">
            <a:off x="9010036" y="-600189"/>
            <a:ext cx="1176262" cy="1176262"/>
            <a:chOff x="0" y="0"/>
            <a:chExt cx="812800" cy="812800"/>
          </a:xfrm>
        </p:grpSpPr>
        <p:sp>
          <p:nvSpPr>
            <p:cNvPr id="19" name="Freeform 9">
              <a:extLst>
                <a:ext uri="{FF2B5EF4-FFF2-40B4-BE49-F238E27FC236}">
                  <a16:creationId xmlns:a16="http://schemas.microsoft.com/office/drawing/2014/main" id="{C24EED0A-4A3F-3856-0623-0821E33692D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chemeClr val="accent1"/>
            </a:solidFill>
          </p:spPr>
          <p:txBody>
            <a:bodyPr/>
            <a:lstStyle/>
            <a:p>
              <a:endParaRPr lang="it-IT"/>
            </a:p>
          </p:txBody>
        </p:sp>
        <p:sp>
          <p:nvSpPr>
            <p:cNvPr id="20" name="TextBox 10">
              <a:extLst>
                <a:ext uri="{FF2B5EF4-FFF2-40B4-BE49-F238E27FC236}">
                  <a16:creationId xmlns:a16="http://schemas.microsoft.com/office/drawing/2014/main" id="{4872CC15-A3AA-513A-2B39-2A3A6061898C}"/>
                </a:ext>
              </a:extLst>
            </p:cNvPr>
            <p:cNvSpPr txBox="1"/>
            <p:nvPr/>
          </p:nvSpPr>
          <p:spPr>
            <a:xfrm>
              <a:off x="76200" y="19050"/>
              <a:ext cx="660400" cy="717550"/>
            </a:xfrm>
            <a:prstGeom prst="rect">
              <a:avLst/>
            </a:prstGeom>
          </p:spPr>
          <p:txBody>
            <a:bodyPr lIns="18437" tIns="18437" rIns="18437" bIns="18437" rtlCol="0" anchor="ctr"/>
            <a:lstStyle/>
            <a:p>
              <a:pPr algn="ctr">
                <a:lnSpc>
                  <a:spcPts val="2947"/>
                </a:lnSpc>
              </a:pPr>
              <a:endParaRPr/>
            </a:p>
          </p:txBody>
        </p:sp>
      </p:grpSp>
      <p:sp>
        <p:nvSpPr>
          <p:cNvPr id="21" name="AutoShape 11">
            <a:extLst>
              <a:ext uri="{FF2B5EF4-FFF2-40B4-BE49-F238E27FC236}">
                <a16:creationId xmlns:a16="http://schemas.microsoft.com/office/drawing/2014/main" id="{D8F0C5C5-6A30-C6D4-15B9-534392341E88}"/>
              </a:ext>
            </a:extLst>
          </p:cNvPr>
          <p:cNvSpPr/>
          <p:nvPr userDrawn="1"/>
        </p:nvSpPr>
        <p:spPr>
          <a:xfrm rot="15211496" flipV="1">
            <a:off x="9951543" y="495613"/>
            <a:ext cx="2008496" cy="1304866"/>
          </a:xfrm>
          <a:prstGeom prst="line">
            <a:avLst/>
          </a:prstGeom>
          <a:ln w="142875" cap="flat">
            <a:solidFill>
              <a:schemeClr val="bg1"/>
            </a:solidFill>
            <a:prstDash val="solid"/>
            <a:headEnd type="none" w="sm" len="sm"/>
            <a:tailEnd type="none" w="sm" len="sm"/>
          </a:ln>
        </p:spPr>
        <p:txBody>
          <a:bodyPr/>
          <a:lstStyle/>
          <a:p>
            <a:endParaRPr lang="it-IT"/>
          </a:p>
        </p:txBody>
      </p:sp>
      <p:pic>
        <p:nvPicPr>
          <p:cNvPr id="5" name="Picture 4" descr="A white text on a black background&#10;&#10;Description automatically generated">
            <a:extLst>
              <a:ext uri="{FF2B5EF4-FFF2-40B4-BE49-F238E27FC236}">
                <a16:creationId xmlns:a16="http://schemas.microsoft.com/office/drawing/2014/main" id="{7291EE63-0524-C919-C72C-AC711FCE5943}"/>
              </a:ext>
            </a:extLst>
          </p:cNvPr>
          <p:cNvPicPr>
            <a:picLocks noChangeAspect="1"/>
          </p:cNvPicPr>
          <p:nvPr userDrawn="1"/>
        </p:nvPicPr>
        <p:blipFill>
          <a:blip r:embed="rId2"/>
          <a:stretch>
            <a:fillRect/>
          </a:stretch>
        </p:blipFill>
        <p:spPr>
          <a:xfrm>
            <a:off x="197319" y="184788"/>
            <a:ext cx="2007511" cy="492144"/>
          </a:xfrm>
          <a:prstGeom prst="rect">
            <a:avLst/>
          </a:prstGeom>
        </p:spPr>
      </p:pic>
      <p:grpSp>
        <p:nvGrpSpPr>
          <p:cNvPr id="6" name="Group 5">
            <a:extLst>
              <a:ext uri="{FF2B5EF4-FFF2-40B4-BE49-F238E27FC236}">
                <a16:creationId xmlns:a16="http://schemas.microsoft.com/office/drawing/2014/main" id="{2CC458DF-8164-DBA3-ABA9-999C0795EFC5}"/>
              </a:ext>
            </a:extLst>
          </p:cNvPr>
          <p:cNvGrpSpPr/>
          <p:nvPr userDrawn="1"/>
        </p:nvGrpSpPr>
        <p:grpSpPr>
          <a:xfrm>
            <a:off x="2555190" y="5958082"/>
            <a:ext cx="9438031" cy="717889"/>
            <a:chOff x="2555190" y="5958082"/>
            <a:chExt cx="9438031" cy="717889"/>
          </a:xfrm>
        </p:grpSpPr>
        <p:pic>
          <p:nvPicPr>
            <p:cNvPr id="7" name="Picture 6" descr="A black and white flag with stars in a circle&#10;&#10;Description automatically generated">
              <a:extLst>
                <a:ext uri="{FF2B5EF4-FFF2-40B4-BE49-F238E27FC236}">
                  <a16:creationId xmlns:a16="http://schemas.microsoft.com/office/drawing/2014/main" id="{8EB4989D-3DE4-607B-6CC9-CEEDB7666A9C}"/>
                </a:ext>
              </a:extLst>
            </p:cNvPr>
            <p:cNvPicPr>
              <a:picLocks noChangeAspect="1"/>
            </p:cNvPicPr>
            <p:nvPr userDrawn="1"/>
          </p:nvPicPr>
          <p:blipFill>
            <a:blip r:embed="rId3"/>
            <a:stretch>
              <a:fillRect/>
            </a:stretch>
          </p:blipFill>
          <p:spPr>
            <a:xfrm>
              <a:off x="11313282" y="5958082"/>
              <a:ext cx="679939" cy="717889"/>
            </a:xfrm>
            <a:prstGeom prst="rect">
              <a:avLst/>
            </a:prstGeom>
          </p:spPr>
        </p:pic>
        <p:cxnSp>
          <p:nvCxnSpPr>
            <p:cNvPr id="8" name="Straight Connector 7">
              <a:extLst>
                <a:ext uri="{FF2B5EF4-FFF2-40B4-BE49-F238E27FC236}">
                  <a16:creationId xmlns:a16="http://schemas.microsoft.com/office/drawing/2014/main" id="{DDD704D9-D041-A5DF-E43A-897F5B4F80BE}"/>
                </a:ext>
              </a:extLst>
            </p:cNvPr>
            <p:cNvCxnSpPr>
              <a:cxnSpLocks/>
            </p:cNvCxnSpPr>
            <p:nvPr userDrawn="1"/>
          </p:nvCxnSpPr>
          <p:spPr>
            <a:xfrm>
              <a:off x="11224439" y="6007982"/>
              <a:ext cx="0" cy="639295"/>
            </a:xfrm>
            <a:prstGeom prst="line">
              <a:avLst/>
            </a:prstGeom>
            <a:ln w="12700">
              <a:solidFill>
                <a:schemeClr val="bg1"/>
              </a:solidFill>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66286FF7-2F82-BAB7-560C-937D17C967C3}"/>
                </a:ext>
              </a:extLst>
            </p:cNvPr>
            <p:cNvSpPr txBox="1"/>
            <p:nvPr userDrawn="1"/>
          </p:nvSpPr>
          <p:spPr>
            <a:xfrm>
              <a:off x="2555190" y="6131557"/>
              <a:ext cx="8624828" cy="369332"/>
            </a:xfrm>
            <a:prstGeom prst="rect">
              <a:avLst/>
            </a:prstGeom>
            <a:noFill/>
          </p:spPr>
          <p:txBody>
            <a:bodyPr wrap="square" rtlCol="0" anchor="ctr">
              <a:spAutoFit/>
            </a:bodyPr>
            <a:lstStyle/>
            <a:p>
              <a:pPr algn="r"/>
              <a:r>
                <a:rPr lang="en-GB" sz="900">
                  <a:solidFill>
                    <a:schemeClr val="bg1"/>
                  </a:solidFill>
                  <a:effectLst/>
                  <a:latin typeface="Helvetica Neue" panose="02000503000000020004" pitchFamily="2" charset="0"/>
                </a:rPr>
                <a:t>Co-funded by the European Union. Views and opinions expressed are however those of the author(s) only and do not necessarily reflect those of the European Union or the European Education and Culture Executive Agency (EACEA). Neither the European Union nor EACEA can be held responsible for them.</a:t>
              </a:r>
            </a:p>
          </p:txBody>
        </p:sp>
      </p:grpSp>
    </p:spTree>
    <p:extLst>
      <p:ext uri="{BB962C8B-B14F-4D97-AF65-F5344CB8AC3E}">
        <p14:creationId xmlns:p14="http://schemas.microsoft.com/office/powerpoint/2010/main" val="192425879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Picture_White background">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FD29BD4C-B49A-6970-23DF-0C92D2568A76}"/>
              </a:ext>
            </a:extLst>
          </p:cNvPr>
          <p:cNvSpPr>
            <a:spLocks noGrp="1"/>
          </p:cNvSpPr>
          <p:nvPr>
            <p:ph type="pic" idx="1" hasCustomPrompt="1"/>
          </p:nvPr>
        </p:nvSpPr>
        <p:spPr>
          <a:xfrm>
            <a:off x="1190753" y="845648"/>
            <a:ext cx="9810493" cy="516670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it-IT"/>
              <a:t>Click the </a:t>
            </a:r>
            <a:r>
              <a:rPr lang="it-IT" err="1"/>
              <a:t>icon</a:t>
            </a:r>
            <a:r>
              <a:rPr lang="it-IT"/>
              <a:t> to </a:t>
            </a:r>
            <a:r>
              <a:rPr lang="it-IT" err="1"/>
              <a:t>add</a:t>
            </a:r>
            <a:r>
              <a:rPr lang="it-IT"/>
              <a:t> a picture</a:t>
            </a:r>
          </a:p>
        </p:txBody>
      </p:sp>
      <p:grpSp>
        <p:nvGrpSpPr>
          <p:cNvPr id="2" name="Group 1">
            <a:extLst>
              <a:ext uri="{FF2B5EF4-FFF2-40B4-BE49-F238E27FC236}">
                <a16:creationId xmlns:a16="http://schemas.microsoft.com/office/drawing/2014/main" id="{8B84B080-3101-5BEF-5E74-A837C09D0194}"/>
              </a:ext>
            </a:extLst>
          </p:cNvPr>
          <p:cNvGrpSpPr/>
          <p:nvPr userDrawn="1"/>
        </p:nvGrpSpPr>
        <p:grpSpPr>
          <a:xfrm>
            <a:off x="2555190" y="5958082"/>
            <a:ext cx="9438030" cy="716282"/>
            <a:chOff x="2555190" y="5958082"/>
            <a:chExt cx="9438030" cy="716282"/>
          </a:xfrm>
        </p:grpSpPr>
        <p:sp>
          <p:nvSpPr>
            <p:cNvPr id="4" name="Freeform 9">
              <a:extLst>
                <a:ext uri="{FF2B5EF4-FFF2-40B4-BE49-F238E27FC236}">
                  <a16:creationId xmlns:a16="http://schemas.microsoft.com/office/drawing/2014/main" id="{043A084C-5E2C-9AB8-2C4A-624A52209D5A}"/>
                </a:ext>
              </a:extLst>
            </p:cNvPr>
            <p:cNvSpPr/>
            <p:nvPr userDrawn="1"/>
          </p:nvSpPr>
          <p:spPr>
            <a:xfrm>
              <a:off x="11313282" y="5958082"/>
              <a:ext cx="679938" cy="716282"/>
            </a:xfrm>
            <a:custGeom>
              <a:avLst/>
              <a:gdLst/>
              <a:ahLst/>
              <a:cxnLst/>
              <a:rect l="l" t="t" r="r" b="b"/>
              <a:pathLst>
                <a:path w="1163225" h="1225402">
                  <a:moveTo>
                    <a:pt x="0" y="0"/>
                  </a:moveTo>
                  <a:lnTo>
                    <a:pt x="1163225" y="0"/>
                  </a:lnTo>
                  <a:lnTo>
                    <a:pt x="1163225" y="1225402"/>
                  </a:lnTo>
                  <a:lnTo>
                    <a:pt x="0" y="1225402"/>
                  </a:lnTo>
                  <a:lnTo>
                    <a:pt x="0" y="0"/>
                  </a:lnTo>
                  <a:close/>
                </a:path>
              </a:pathLst>
            </a:custGeom>
            <a:blipFill>
              <a:blip r:embed="rId2"/>
              <a:stretch>
                <a:fillRect/>
              </a:stretch>
            </a:blipFill>
          </p:spPr>
          <p:txBody>
            <a:bodyPr/>
            <a:lstStyle/>
            <a:p>
              <a:endParaRPr lang="it-IT"/>
            </a:p>
          </p:txBody>
        </p:sp>
        <p:cxnSp>
          <p:nvCxnSpPr>
            <p:cNvPr id="5" name="Straight Connector 4">
              <a:extLst>
                <a:ext uri="{FF2B5EF4-FFF2-40B4-BE49-F238E27FC236}">
                  <a16:creationId xmlns:a16="http://schemas.microsoft.com/office/drawing/2014/main" id="{CF23AEFB-5C3C-F1AF-C0C7-ACE2BC72260C}"/>
                </a:ext>
              </a:extLst>
            </p:cNvPr>
            <p:cNvCxnSpPr>
              <a:cxnSpLocks/>
            </p:cNvCxnSpPr>
            <p:nvPr userDrawn="1"/>
          </p:nvCxnSpPr>
          <p:spPr>
            <a:xfrm>
              <a:off x="11224439" y="6007982"/>
              <a:ext cx="0" cy="639295"/>
            </a:xfrm>
            <a:prstGeom prst="line">
              <a:avLst/>
            </a:prstGeom>
            <a:ln w="12700">
              <a:solidFill>
                <a:srgbClr val="0D145C"/>
              </a:solidFill>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FA69F3B4-F58B-E899-ED69-26A9638880B7}"/>
                </a:ext>
              </a:extLst>
            </p:cNvPr>
            <p:cNvSpPr txBox="1"/>
            <p:nvPr userDrawn="1"/>
          </p:nvSpPr>
          <p:spPr>
            <a:xfrm>
              <a:off x="2555190" y="6131557"/>
              <a:ext cx="8624828" cy="369332"/>
            </a:xfrm>
            <a:prstGeom prst="rect">
              <a:avLst/>
            </a:prstGeom>
            <a:noFill/>
          </p:spPr>
          <p:txBody>
            <a:bodyPr wrap="square" rtlCol="0" anchor="ctr">
              <a:spAutoFit/>
            </a:bodyPr>
            <a:lstStyle/>
            <a:p>
              <a:pPr algn="r"/>
              <a:r>
                <a:rPr lang="en-GB" sz="900">
                  <a:effectLst/>
                  <a:latin typeface="Helvetica Neue" panose="02000503000000020004" pitchFamily="2" charset="0"/>
                </a:rPr>
                <a:t>Co-funded by the European Union. Views and opinions expressed are however those of the author(s) only and do not necessarily reflect those of the European Union or the European Education and Culture Executive Agency (EACEA). Neither the European Union nor EACEA can be held responsible for them.</a:t>
              </a:r>
            </a:p>
          </p:txBody>
        </p:sp>
      </p:grpSp>
      <p:sp>
        <p:nvSpPr>
          <p:cNvPr id="7" name="Freeform 2">
            <a:extLst>
              <a:ext uri="{FF2B5EF4-FFF2-40B4-BE49-F238E27FC236}">
                <a16:creationId xmlns:a16="http://schemas.microsoft.com/office/drawing/2014/main" id="{4A079F96-63E6-CB7A-6301-311937159851}"/>
              </a:ext>
            </a:extLst>
          </p:cNvPr>
          <p:cNvSpPr/>
          <p:nvPr userDrawn="1"/>
        </p:nvSpPr>
        <p:spPr>
          <a:xfrm>
            <a:off x="197320" y="184789"/>
            <a:ext cx="2007511" cy="493128"/>
          </a:xfrm>
          <a:custGeom>
            <a:avLst/>
            <a:gdLst/>
            <a:ahLst/>
            <a:cxnLst/>
            <a:rect l="l" t="t" r="r" b="b"/>
            <a:pathLst>
              <a:path w="3195166" h="784865">
                <a:moveTo>
                  <a:pt x="0" y="0"/>
                </a:moveTo>
                <a:lnTo>
                  <a:pt x="3195166" y="0"/>
                </a:lnTo>
                <a:lnTo>
                  <a:pt x="3195166" y="784864"/>
                </a:lnTo>
                <a:lnTo>
                  <a:pt x="0" y="784864"/>
                </a:lnTo>
                <a:lnTo>
                  <a:pt x="0" y="0"/>
                </a:lnTo>
                <a:close/>
              </a:path>
            </a:pathLst>
          </a:custGeom>
          <a:blipFill>
            <a:blip r:embed="rId3"/>
            <a:stretch>
              <a:fillRect/>
            </a:stretch>
          </a:blipFill>
        </p:spPr>
        <p:txBody>
          <a:bodyPr/>
          <a:lstStyle/>
          <a:p>
            <a:endParaRPr lang="it-IT"/>
          </a:p>
        </p:txBody>
      </p:sp>
      <p:grpSp>
        <p:nvGrpSpPr>
          <p:cNvPr id="14" name="Group 5">
            <a:extLst>
              <a:ext uri="{FF2B5EF4-FFF2-40B4-BE49-F238E27FC236}">
                <a16:creationId xmlns:a16="http://schemas.microsoft.com/office/drawing/2014/main" id="{A0EAA842-8E82-3205-C780-AE4EA33CB31C}"/>
              </a:ext>
            </a:extLst>
          </p:cNvPr>
          <p:cNvGrpSpPr/>
          <p:nvPr userDrawn="1"/>
        </p:nvGrpSpPr>
        <p:grpSpPr>
          <a:xfrm rot="15211496" flipH="1">
            <a:off x="11734831" y="1733973"/>
            <a:ext cx="1096599" cy="1096599"/>
            <a:chOff x="0" y="0"/>
            <a:chExt cx="812800" cy="812800"/>
          </a:xfrm>
        </p:grpSpPr>
        <p:sp>
          <p:nvSpPr>
            <p:cNvPr id="15" name="Freeform 6">
              <a:extLst>
                <a:ext uri="{FF2B5EF4-FFF2-40B4-BE49-F238E27FC236}">
                  <a16:creationId xmlns:a16="http://schemas.microsoft.com/office/drawing/2014/main" id="{AAEA5514-98DB-E880-74A5-550E3FDD4AF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chemeClr val="accent1"/>
            </a:solidFill>
          </p:spPr>
          <p:txBody>
            <a:bodyPr/>
            <a:lstStyle/>
            <a:p>
              <a:endParaRPr lang="it-IT"/>
            </a:p>
          </p:txBody>
        </p:sp>
        <p:sp>
          <p:nvSpPr>
            <p:cNvPr id="16" name="TextBox 7">
              <a:extLst>
                <a:ext uri="{FF2B5EF4-FFF2-40B4-BE49-F238E27FC236}">
                  <a16:creationId xmlns:a16="http://schemas.microsoft.com/office/drawing/2014/main" id="{D376316F-3885-18A4-B875-D6CADFB1F1FA}"/>
                </a:ext>
              </a:extLst>
            </p:cNvPr>
            <p:cNvSpPr txBox="1"/>
            <p:nvPr/>
          </p:nvSpPr>
          <p:spPr>
            <a:xfrm>
              <a:off x="76200" y="19050"/>
              <a:ext cx="660400" cy="717550"/>
            </a:xfrm>
            <a:prstGeom prst="rect">
              <a:avLst/>
            </a:prstGeom>
          </p:spPr>
          <p:txBody>
            <a:bodyPr lIns="18437" tIns="18437" rIns="18437" bIns="18437" rtlCol="0" anchor="ctr"/>
            <a:lstStyle/>
            <a:p>
              <a:pPr algn="ctr">
                <a:lnSpc>
                  <a:spcPts val="2947"/>
                </a:lnSpc>
              </a:pPr>
              <a:endParaRPr/>
            </a:p>
          </p:txBody>
        </p:sp>
      </p:grpSp>
      <p:grpSp>
        <p:nvGrpSpPr>
          <p:cNvPr id="17" name="Group 8">
            <a:extLst>
              <a:ext uri="{FF2B5EF4-FFF2-40B4-BE49-F238E27FC236}">
                <a16:creationId xmlns:a16="http://schemas.microsoft.com/office/drawing/2014/main" id="{8A3A6C31-49A2-2B48-4CAF-BDCEE6A08AA4}"/>
              </a:ext>
            </a:extLst>
          </p:cNvPr>
          <p:cNvGrpSpPr/>
          <p:nvPr userDrawn="1"/>
        </p:nvGrpSpPr>
        <p:grpSpPr>
          <a:xfrm rot="15211496" flipH="1">
            <a:off x="9010036" y="-600189"/>
            <a:ext cx="1176262" cy="1176262"/>
            <a:chOff x="0" y="0"/>
            <a:chExt cx="812800" cy="812800"/>
          </a:xfrm>
        </p:grpSpPr>
        <p:sp>
          <p:nvSpPr>
            <p:cNvPr id="18" name="Freeform 9">
              <a:extLst>
                <a:ext uri="{FF2B5EF4-FFF2-40B4-BE49-F238E27FC236}">
                  <a16:creationId xmlns:a16="http://schemas.microsoft.com/office/drawing/2014/main" id="{6721C66F-9ADE-679B-A144-7A9081343165}"/>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chemeClr val="accent4"/>
            </a:solidFill>
          </p:spPr>
          <p:txBody>
            <a:bodyPr/>
            <a:lstStyle/>
            <a:p>
              <a:endParaRPr lang="it-IT"/>
            </a:p>
          </p:txBody>
        </p:sp>
        <p:sp>
          <p:nvSpPr>
            <p:cNvPr id="19" name="TextBox 10">
              <a:extLst>
                <a:ext uri="{FF2B5EF4-FFF2-40B4-BE49-F238E27FC236}">
                  <a16:creationId xmlns:a16="http://schemas.microsoft.com/office/drawing/2014/main" id="{7D31205A-E14B-B664-54DD-50AE4923D70C}"/>
                </a:ext>
              </a:extLst>
            </p:cNvPr>
            <p:cNvSpPr txBox="1"/>
            <p:nvPr/>
          </p:nvSpPr>
          <p:spPr>
            <a:xfrm>
              <a:off x="76200" y="19050"/>
              <a:ext cx="660400" cy="717550"/>
            </a:xfrm>
            <a:prstGeom prst="rect">
              <a:avLst/>
            </a:prstGeom>
          </p:spPr>
          <p:txBody>
            <a:bodyPr lIns="18437" tIns="18437" rIns="18437" bIns="18437" rtlCol="0" anchor="ctr"/>
            <a:lstStyle/>
            <a:p>
              <a:pPr algn="ctr">
                <a:lnSpc>
                  <a:spcPts val="2947"/>
                </a:lnSpc>
              </a:pPr>
              <a:endParaRPr/>
            </a:p>
          </p:txBody>
        </p:sp>
      </p:grpSp>
      <p:sp>
        <p:nvSpPr>
          <p:cNvPr id="20" name="AutoShape 11">
            <a:extLst>
              <a:ext uri="{FF2B5EF4-FFF2-40B4-BE49-F238E27FC236}">
                <a16:creationId xmlns:a16="http://schemas.microsoft.com/office/drawing/2014/main" id="{308C024C-5F63-C643-3F1C-84A963AB417A}"/>
              </a:ext>
            </a:extLst>
          </p:cNvPr>
          <p:cNvSpPr/>
          <p:nvPr userDrawn="1"/>
        </p:nvSpPr>
        <p:spPr>
          <a:xfrm rot="15211496" flipV="1">
            <a:off x="9951543" y="495613"/>
            <a:ext cx="2008496" cy="1304866"/>
          </a:xfrm>
          <a:prstGeom prst="line">
            <a:avLst/>
          </a:prstGeom>
          <a:ln w="142875" cap="flat">
            <a:solidFill>
              <a:srgbClr val="0E145D"/>
            </a:solidFill>
            <a:prstDash val="solid"/>
            <a:headEnd type="none" w="sm" len="sm"/>
            <a:tailEnd type="none" w="sm" len="sm"/>
          </a:ln>
        </p:spPr>
        <p:txBody>
          <a:bodyPr/>
          <a:lstStyle/>
          <a:p>
            <a:endParaRPr lang="it-IT"/>
          </a:p>
        </p:txBody>
      </p:sp>
    </p:spTree>
    <p:extLst>
      <p:ext uri="{BB962C8B-B14F-4D97-AF65-F5344CB8AC3E}">
        <p14:creationId xmlns:p14="http://schemas.microsoft.com/office/powerpoint/2010/main" val="356824405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Picture_Blue background">
    <p:bg>
      <p:bgPr>
        <a:solidFill>
          <a:schemeClr val="tx1"/>
        </a:solidFill>
        <a:effectLst/>
      </p:bgPr>
    </p:bg>
    <p:spTree>
      <p:nvGrpSpPr>
        <p:cNvPr id="1" name=""/>
        <p:cNvGrpSpPr/>
        <p:nvPr/>
      </p:nvGrpSpPr>
      <p:grpSpPr>
        <a:xfrm>
          <a:off x="0" y="0"/>
          <a:ext cx="0" cy="0"/>
          <a:chOff x="0" y="0"/>
          <a:chExt cx="0" cy="0"/>
        </a:xfrm>
      </p:grpSpPr>
      <p:pic>
        <p:nvPicPr>
          <p:cNvPr id="8" name="Picture 7" descr="A white text on a black background&#10;&#10;Description automatically generated">
            <a:extLst>
              <a:ext uri="{FF2B5EF4-FFF2-40B4-BE49-F238E27FC236}">
                <a16:creationId xmlns:a16="http://schemas.microsoft.com/office/drawing/2014/main" id="{A5D97982-81B8-1DC3-AB5C-221E0E42FF84}"/>
              </a:ext>
            </a:extLst>
          </p:cNvPr>
          <p:cNvPicPr>
            <a:picLocks noChangeAspect="1"/>
          </p:cNvPicPr>
          <p:nvPr userDrawn="1"/>
        </p:nvPicPr>
        <p:blipFill>
          <a:blip r:embed="rId2"/>
          <a:stretch>
            <a:fillRect/>
          </a:stretch>
        </p:blipFill>
        <p:spPr>
          <a:xfrm>
            <a:off x="197319" y="184788"/>
            <a:ext cx="2007511" cy="492144"/>
          </a:xfrm>
          <a:prstGeom prst="rect">
            <a:avLst/>
          </a:prstGeom>
        </p:spPr>
      </p:pic>
      <p:grpSp>
        <p:nvGrpSpPr>
          <p:cNvPr id="9" name="Group 8">
            <a:extLst>
              <a:ext uri="{FF2B5EF4-FFF2-40B4-BE49-F238E27FC236}">
                <a16:creationId xmlns:a16="http://schemas.microsoft.com/office/drawing/2014/main" id="{9094B896-C27A-9F20-F973-86B7383DCA55}"/>
              </a:ext>
            </a:extLst>
          </p:cNvPr>
          <p:cNvGrpSpPr/>
          <p:nvPr userDrawn="1"/>
        </p:nvGrpSpPr>
        <p:grpSpPr>
          <a:xfrm>
            <a:off x="2555190" y="5958082"/>
            <a:ext cx="9438031" cy="717889"/>
            <a:chOff x="2555190" y="5958082"/>
            <a:chExt cx="9438031" cy="717889"/>
          </a:xfrm>
        </p:grpSpPr>
        <p:pic>
          <p:nvPicPr>
            <p:cNvPr id="10" name="Picture 9" descr="A black and white flag with stars in a circle&#10;&#10;Description automatically generated">
              <a:extLst>
                <a:ext uri="{FF2B5EF4-FFF2-40B4-BE49-F238E27FC236}">
                  <a16:creationId xmlns:a16="http://schemas.microsoft.com/office/drawing/2014/main" id="{A7BFAA86-AA25-07AD-DECB-0293E9DA545B}"/>
                </a:ext>
              </a:extLst>
            </p:cNvPr>
            <p:cNvPicPr>
              <a:picLocks noChangeAspect="1"/>
            </p:cNvPicPr>
            <p:nvPr userDrawn="1"/>
          </p:nvPicPr>
          <p:blipFill>
            <a:blip r:embed="rId3"/>
            <a:stretch>
              <a:fillRect/>
            </a:stretch>
          </p:blipFill>
          <p:spPr>
            <a:xfrm>
              <a:off x="11313282" y="5958082"/>
              <a:ext cx="679939" cy="717889"/>
            </a:xfrm>
            <a:prstGeom prst="rect">
              <a:avLst/>
            </a:prstGeom>
          </p:spPr>
        </p:pic>
        <p:cxnSp>
          <p:nvCxnSpPr>
            <p:cNvPr id="11" name="Straight Connector 10">
              <a:extLst>
                <a:ext uri="{FF2B5EF4-FFF2-40B4-BE49-F238E27FC236}">
                  <a16:creationId xmlns:a16="http://schemas.microsoft.com/office/drawing/2014/main" id="{E8A1168B-C83A-9F29-6037-8F28306FE715}"/>
                </a:ext>
              </a:extLst>
            </p:cNvPr>
            <p:cNvCxnSpPr>
              <a:cxnSpLocks/>
            </p:cNvCxnSpPr>
            <p:nvPr userDrawn="1"/>
          </p:nvCxnSpPr>
          <p:spPr>
            <a:xfrm>
              <a:off x="11224439" y="6007982"/>
              <a:ext cx="0" cy="639295"/>
            </a:xfrm>
            <a:prstGeom prst="line">
              <a:avLst/>
            </a:prstGeom>
            <a:ln w="12700">
              <a:solidFill>
                <a:schemeClr val="bg1"/>
              </a:solidFill>
            </a:ln>
          </p:spPr>
          <p:style>
            <a:lnRef idx="2">
              <a:schemeClr val="accent1"/>
            </a:lnRef>
            <a:fillRef idx="0">
              <a:schemeClr val="accent1"/>
            </a:fillRef>
            <a:effectRef idx="1">
              <a:schemeClr val="accent1"/>
            </a:effectRef>
            <a:fontRef idx="minor">
              <a:schemeClr val="tx1"/>
            </a:fontRef>
          </p:style>
        </p:cxnSp>
        <p:sp>
          <p:nvSpPr>
            <p:cNvPr id="12" name="TextBox 11">
              <a:extLst>
                <a:ext uri="{FF2B5EF4-FFF2-40B4-BE49-F238E27FC236}">
                  <a16:creationId xmlns:a16="http://schemas.microsoft.com/office/drawing/2014/main" id="{A21B5F50-7EB1-72F2-6AEC-34F40FC11BB2}"/>
                </a:ext>
              </a:extLst>
            </p:cNvPr>
            <p:cNvSpPr txBox="1"/>
            <p:nvPr userDrawn="1"/>
          </p:nvSpPr>
          <p:spPr>
            <a:xfrm>
              <a:off x="2555190" y="6131557"/>
              <a:ext cx="8624828" cy="369332"/>
            </a:xfrm>
            <a:prstGeom prst="rect">
              <a:avLst/>
            </a:prstGeom>
            <a:noFill/>
          </p:spPr>
          <p:txBody>
            <a:bodyPr wrap="square" rtlCol="0" anchor="ctr">
              <a:spAutoFit/>
            </a:bodyPr>
            <a:lstStyle/>
            <a:p>
              <a:pPr algn="r"/>
              <a:r>
                <a:rPr lang="en-GB" sz="900">
                  <a:solidFill>
                    <a:schemeClr val="bg1"/>
                  </a:solidFill>
                  <a:effectLst/>
                  <a:latin typeface="Helvetica Neue" panose="02000503000000020004" pitchFamily="2" charset="0"/>
                </a:rPr>
                <a:t>Co-funded by the European Union. Views and opinions expressed are however those of the author(s) only and do not necessarily reflect those of the European Union or the European Education and Culture Executive Agency (EACEA). Neither the European Union nor EACEA can be held responsible for them.</a:t>
              </a:r>
            </a:p>
          </p:txBody>
        </p:sp>
      </p:grpSp>
      <p:sp>
        <p:nvSpPr>
          <p:cNvPr id="13" name="Picture Placeholder 2">
            <a:extLst>
              <a:ext uri="{FF2B5EF4-FFF2-40B4-BE49-F238E27FC236}">
                <a16:creationId xmlns:a16="http://schemas.microsoft.com/office/drawing/2014/main" id="{5CA18A7F-B781-E48B-38B6-F3BC3FDF2849}"/>
              </a:ext>
            </a:extLst>
          </p:cNvPr>
          <p:cNvSpPr>
            <a:spLocks noGrp="1"/>
          </p:cNvSpPr>
          <p:nvPr>
            <p:ph type="pic" idx="1" hasCustomPrompt="1"/>
          </p:nvPr>
        </p:nvSpPr>
        <p:spPr>
          <a:xfrm>
            <a:off x="1190753" y="845648"/>
            <a:ext cx="9810493" cy="5166704"/>
          </a:xfrm>
        </p:spPr>
        <p:txBody>
          <a:bodyPr/>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it-IT"/>
              <a:t>Click the </a:t>
            </a:r>
            <a:r>
              <a:rPr lang="it-IT" err="1"/>
              <a:t>icon</a:t>
            </a:r>
            <a:r>
              <a:rPr lang="it-IT"/>
              <a:t> to </a:t>
            </a:r>
            <a:r>
              <a:rPr lang="it-IT" err="1"/>
              <a:t>add</a:t>
            </a:r>
            <a:r>
              <a:rPr lang="it-IT"/>
              <a:t> a picture</a:t>
            </a:r>
          </a:p>
        </p:txBody>
      </p:sp>
      <p:grpSp>
        <p:nvGrpSpPr>
          <p:cNvPr id="14" name="Group 5">
            <a:extLst>
              <a:ext uri="{FF2B5EF4-FFF2-40B4-BE49-F238E27FC236}">
                <a16:creationId xmlns:a16="http://schemas.microsoft.com/office/drawing/2014/main" id="{C909BC9D-A28C-EBB1-B7F1-9029CD3C3187}"/>
              </a:ext>
            </a:extLst>
          </p:cNvPr>
          <p:cNvGrpSpPr/>
          <p:nvPr userDrawn="1"/>
        </p:nvGrpSpPr>
        <p:grpSpPr>
          <a:xfrm rot="15211496" flipH="1">
            <a:off x="11734831" y="1733973"/>
            <a:ext cx="1096599" cy="1096599"/>
            <a:chOff x="0" y="0"/>
            <a:chExt cx="812800" cy="812800"/>
          </a:xfrm>
        </p:grpSpPr>
        <p:sp>
          <p:nvSpPr>
            <p:cNvPr id="15" name="Freeform 6">
              <a:extLst>
                <a:ext uri="{FF2B5EF4-FFF2-40B4-BE49-F238E27FC236}">
                  <a16:creationId xmlns:a16="http://schemas.microsoft.com/office/drawing/2014/main" id="{F8A4D943-2D9C-454D-F780-08F051B1F1D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chemeClr val="accent1"/>
            </a:solidFill>
          </p:spPr>
          <p:txBody>
            <a:bodyPr/>
            <a:lstStyle/>
            <a:p>
              <a:endParaRPr lang="it-IT"/>
            </a:p>
          </p:txBody>
        </p:sp>
        <p:sp>
          <p:nvSpPr>
            <p:cNvPr id="16" name="TextBox 7">
              <a:extLst>
                <a:ext uri="{FF2B5EF4-FFF2-40B4-BE49-F238E27FC236}">
                  <a16:creationId xmlns:a16="http://schemas.microsoft.com/office/drawing/2014/main" id="{417AF71A-C233-D4CE-A7F5-5A8E517CF751}"/>
                </a:ext>
              </a:extLst>
            </p:cNvPr>
            <p:cNvSpPr txBox="1"/>
            <p:nvPr/>
          </p:nvSpPr>
          <p:spPr>
            <a:xfrm>
              <a:off x="76200" y="19050"/>
              <a:ext cx="660400" cy="717550"/>
            </a:xfrm>
            <a:prstGeom prst="rect">
              <a:avLst/>
            </a:prstGeom>
          </p:spPr>
          <p:txBody>
            <a:bodyPr lIns="18437" tIns="18437" rIns="18437" bIns="18437" rtlCol="0" anchor="ctr"/>
            <a:lstStyle/>
            <a:p>
              <a:pPr algn="ctr">
                <a:lnSpc>
                  <a:spcPts val="2947"/>
                </a:lnSpc>
              </a:pPr>
              <a:endParaRPr/>
            </a:p>
          </p:txBody>
        </p:sp>
      </p:grpSp>
      <p:grpSp>
        <p:nvGrpSpPr>
          <p:cNvPr id="17" name="Group 8">
            <a:extLst>
              <a:ext uri="{FF2B5EF4-FFF2-40B4-BE49-F238E27FC236}">
                <a16:creationId xmlns:a16="http://schemas.microsoft.com/office/drawing/2014/main" id="{CC5FCB2C-4DA0-7D87-48F7-2A56CDF631C6}"/>
              </a:ext>
            </a:extLst>
          </p:cNvPr>
          <p:cNvGrpSpPr/>
          <p:nvPr userDrawn="1"/>
        </p:nvGrpSpPr>
        <p:grpSpPr>
          <a:xfrm rot="15211496" flipH="1">
            <a:off x="9010036" y="-600189"/>
            <a:ext cx="1176262" cy="1176262"/>
            <a:chOff x="0" y="0"/>
            <a:chExt cx="812800" cy="812800"/>
          </a:xfrm>
        </p:grpSpPr>
        <p:sp>
          <p:nvSpPr>
            <p:cNvPr id="18" name="Freeform 9">
              <a:extLst>
                <a:ext uri="{FF2B5EF4-FFF2-40B4-BE49-F238E27FC236}">
                  <a16:creationId xmlns:a16="http://schemas.microsoft.com/office/drawing/2014/main" id="{1778ACAC-9934-3A97-A215-E6D267D841D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chemeClr val="accent4"/>
            </a:solidFill>
          </p:spPr>
          <p:txBody>
            <a:bodyPr/>
            <a:lstStyle/>
            <a:p>
              <a:endParaRPr lang="it-IT"/>
            </a:p>
          </p:txBody>
        </p:sp>
        <p:sp>
          <p:nvSpPr>
            <p:cNvPr id="19" name="TextBox 10">
              <a:extLst>
                <a:ext uri="{FF2B5EF4-FFF2-40B4-BE49-F238E27FC236}">
                  <a16:creationId xmlns:a16="http://schemas.microsoft.com/office/drawing/2014/main" id="{6E6F3786-5936-7D5E-A27A-DC7E74601034}"/>
                </a:ext>
              </a:extLst>
            </p:cNvPr>
            <p:cNvSpPr txBox="1"/>
            <p:nvPr/>
          </p:nvSpPr>
          <p:spPr>
            <a:xfrm>
              <a:off x="76200" y="19050"/>
              <a:ext cx="660400" cy="717550"/>
            </a:xfrm>
            <a:prstGeom prst="rect">
              <a:avLst/>
            </a:prstGeom>
          </p:spPr>
          <p:txBody>
            <a:bodyPr lIns="18437" tIns="18437" rIns="18437" bIns="18437" rtlCol="0" anchor="ctr"/>
            <a:lstStyle/>
            <a:p>
              <a:pPr algn="ctr">
                <a:lnSpc>
                  <a:spcPts val="2947"/>
                </a:lnSpc>
              </a:pPr>
              <a:endParaRPr/>
            </a:p>
          </p:txBody>
        </p:sp>
      </p:grpSp>
      <p:sp>
        <p:nvSpPr>
          <p:cNvPr id="20" name="AutoShape 11">
            <a:extLst>
              <a:ext uri="{FF2B5EF4-FFF2-40B4-BE49-F238E27FC236}">
                <a16:creationId xmlns:a16="http://schemas.microsoft.com/office/drawing/2014/main" id="{5B88CDD3-DA12-F462-7DDF-521136F89364}"/>
              </a:ext>
            </a:extLst>
          </p:cNvPr>
          <p:cNvSpPr/>
          <p:nvPr userDrawn="1"/>
        </p:nvSpPr>
        <p:spPr>
          <a:xfrm rot="15211496" flipV="1">
            <a:off x="9951543" y="495613"/>
            <a:ext cx="2008496" cy="1304866"/>
          </a:xfrm>
          <a:prstGeom prst="line">
            <a:avLst/>
          </a:prstGeom>
          <a:ln w="142875" cap="flat">
            <a:solidFill>
              <a:schemeClr val="bg1"/>
            </a:solidFill>
            <a:prstDash val="solid"/>
            <a:headEnd type="none" w="sm" len="sm"/>
            <a:tailEnd type="none" w="sm" len="sm"/>
          </a:ln>
        </p:spPr>
        <p:txBody>
          <a:bodyPr/>
          <a:lstStyle/>
          <a:p>
            <a:endParaRPr lang="it-IT"/>
          </a:p>
        </p:txBody>
      </p:sp>
    </p:spTree>
    <p:extLst>
      <p:ext uri="{BB962C8B-B14F-4D97-AF65-F5344CB8AC3E}">
        <p14:creationId xmlns:p14="http://schemas.microsoft.com/office/powerpoint/2010/main" val="100896476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Tx" preserve="1">
  <p:cSld name="All Content with Caption_White Backgroun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2E81B0-DF0A-4D66-8562-88F3D6D877FA}"/>
              </a:ext>
            </a:extLst>
          </p:cNvPr>
          <p:cNvSpPr>
            <a:spLocks noGrp="1"/>
          </p:cNvSpPr>
          <p:nvPr>
            <p:ph type="title"/>
          </p:nvPr>
        </p:nvSpPr>
        <p:spPr>
          <a:xfrm>
            <a:off x="839788" y="987424"/>
            <a:ext cx="3932237" cy="1069975"/>
          </a:xfrm>
        </p:spPr>
        <p:txBody>
          <a:bodyPr anchor="b"/>
          <a:lstStyle>
            <a:lvl1pPr>
              <a:defRPr sz="3200"/>
            </a:lvl1pPr>
          </a:lstStyle>
          <a:p>
            <a:r>
              <a:rPr lang="en-GB"/>
              <a:t>Click to edit Master title style</a:t>
            </a:r>
            <a:endParaRPr lang="it-IT"/>
          </a:p>
        </p:txBody>
      </p:sp>
      <p:sp>
        <p:nvSpPr>
          <p:cNvPr id="3" name="Content Placeholder 2">
            <a:extLst>
              <a:ext uri="{FF2B5EF4-FFF2-40B4-BE49-F238E27FC236}">
                <a16:creationId xmlns:a16="http://schemas.microsoft.com/office/drawing/2014/main" id="{3BD89A63-4A33-D942-962F-76D315DEE5F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it-IT"/>
          </a:p>
        </p:txBody>
      </p:sp>
      <p:sp>
        <p:nvSpPr>
          <p:cNvPr id="4" name="Text Placeholder 3">
            <a:extLst>
              <a:ext uri="{FF2B5EF4-FFF2-40B4-BE49-F238E27FC236}">
                <a16:creationId xmlns:a16="http://schemas.microsoft.com/office/drawing/2014/main" id="{19C79DF6-B015-4D8F-130F-A5D13A226B2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grpSp>
        <p:nvGrpSpPr>
          <p:cNvPr id="8" name="Group 7">
            <a:extLst>
              <a:ext uri="{FF2B5EF4-FFF2-40B4-BE49-F238E27FC236}">
                <a16:creationId xmlns:a16="http://schemas.microsoft.com/office/drawing/2014/main" id="{F815A792-2F6C-126E-F53A-DBD1012CEC44}"/>
              </a:ext>
            </a:extLst>
          </p:cNvPr>
          <p:cNvGrpSpPr/>
          <p:nvPr userDrawn="1"/>
        </p:nvGrpSpPr>
        <p:grpSpPr>
          <a:xfrm>
            <a:off x="2555190" y="5958082"/>
            <a:ext cx="9438030" cy="716282"/>
            <a:chOff x="2555190" y="5958082"/>
            <a:chExt cx="9438030" cy="716282"/>
          </a:xfrm>
        </p:grpSpPr>
        <p:sp>
          <p:nvSpPr>
            <p:cNvPr id="9" name="Freeform 9">
              <a:extLst>
                <a:ext uri="{FF2B5EF4-FFF2-40B4-BE49-F238E27FC236}">
                  <a16:creationId xmlns:a16="http://schemas.microsoft.com/office/drawing/2014/main" id="{BA72D44B-475B-5FB4-B34B-19C737A480FC}"/>
                </a:ext>
              </a:extLst>
            </p:cNvPr>
            <p:cNvSpPr/>
            <p:nvPr userDrawn="1"/>
          </p:nvSpPr>
          <p:spPr>
            <a:xfrm>
              <a:off x="11313282" y="5958082"/>
              <a:ext cx="679938" cy="716282"/>
            </a:xfrm>
            <a:custGeom>
              <a:avLst/>
              <a:gdLst/>
              <a:ahLst/>
              <a:cxnLst/>
              <a:rect l="l" t="t" r="r" b="b"/>
              <a:pathLst>
                <a:path w="1163225" h="1225402">
                  <a:moveTo>
                    <a:pt x="0" y="0"/>
                  </a:moveTo>
                  <a:lnTo>
                    <a:pt x="1163225" y="0"/>
                  </a:lnTo>
                  <a:lnTo>
                    <a:pt x="1163225" y="1225402"/>
                  </a:lnTo>
                  <a:lnTo>
                    <a:pt x="0" y="1225402"/>
                  </a:lnTo>
                  <a:lnTo>
                    <a:pt x="0" y="0"/>
                  </a:lnTo>
                  <a:close/>
                </a:path>
              </a:pathLst>
            </a:custGeom>
            <a:blipFill>
              <a:blip r:embed="rId2"/>
              <a:stretch>
                <a:fillRect/>
              </a:stretch>
            </a:blipFill>
          </p:spPr>
          <p:txBody>
            <a:bodyPr/>
            <a:lstStyle/>
            <a:p>
              <a:endParaRPr lang="it-IT"/>
            </a:p>
          </p:txBody>
        </p:sp>
        <p:cxnSp>
          <p:nvCxnSpPr>
            <p:cNvPr id="10" name="Straight Connector 9">
              <a:extLst>
                <a:ext uri="{FF2B5EF4-FFF2-40B4-BE49-F238E27FC236}">
                  <a16:creationId xmlns:a16="http://schemas.microsoft.com/office/drawing/2014/main" id="{01C2FFCB-B69F-32F7-D98E-71B3DEF898CA}"/>
                </a:ext>
              </a:extLst>
            </p:cNvPr>
            <p:cNvCxnSpPr>
              <a:cxnSpLocks/>
            </p:cNvCxnSpPr>
            <p:nvPr userDrawn="1"/>
          </p:nvCxnSpPr>
          <p:spPr>
            <a:xfrm>
              <a:off x="11224439" y="6007982"/>
              <a:ext cx="0" cy="639295"/>
            </a:xfrm>
            <a:prstGeom prst="line">
              <a:avLst/>
            </a:prstGeom>
            <a:ln w="12700">
              <a:solidFill>
                <a:srgbClr val="0D145C"/>
              </a:solidFill>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B252FC14-D2ED-14EE-D1ED-21DAE79DD6A0}"/>
                </a:ext>
              </a:extLst>
            </p:cNvPr>
            <p:cNvSpPr txBox="1"/>
            <p:nvPr userDrawn="1"/>
          </p:nvSpPr>
          <p:spPr>
            <a:xfrm>
              <a:off x="2555190" y="6131557"/>
              <a:ext cx="8624828" cy="369332"/>
            </a:xfrm>
            <a:prstGeom prst="rect">
              <a:avLst/>
            </a:prstGeom>
            <a:noFill/>
          </p:spPr>
          <p:txBody>
            <a:bodyPr wrap="square" rtlCol="0" anchor="ctr">
              <a:spAutoFit/>
            </a:bodyPr>
            <a:lstStyle/>
            <a:p>
              <a:pPr algn="r"/>
              <a:r>
                <a:rPr lang="en-GB" sz="900">
                  <a:effectLst/>
                  <a:latin typeface="Helvetica Neue" panose="02000503000000020004" pitchFamily="2" charset="0"/>
                </a:rPr>
                <a:t>Co-funded by the European Union. Views and opinions expressed are however those of the author(s) only and do not necessarily reflect those of the European Union or the European Education and Culture Executive Agency (EACEA). Neither the European Union nor EACEA can be held responsible for them.</a:t>
              </a:r>
            </a:p>
          </p:txBody>
        </p:sp>
      </p:grpSp>
      <p:sp>
        <p:nvSpPr>
          <p:cNvPr id="12" name="Freeform 2">
            <a:extLst>
              <a:ext uri="{FF2B5EF4-FFF2-40B4-BE49-F238E27FC236}">
                <a16:creationId xmlns:a16="http://schemas.microsoft.com/office/drawing/2014/main" id="{9027C6CF-07AF-9A94-4FD0-2F1F8D7E6804}"/>
              </a:ext>
            </a:extLst>
          </p:cNvPr>
          <p:cNvSpPr/>
          <p:nvPr userDrawn="1"/>
        </p:nvSpPr>
        <p:spPr>
          <a:xfrm>
            <a:off x="197320" y="184789"/>
            <a:ext cx="2007511" cy="493128"/>
          </a:xfrm>
          <a:custGeom>
            <a:avLst/>
            <a:gdLst/>
            <a:ahLst/>
            <a:cxnLst/>
            <a:rect l="l" t="t" r="r" b="b"/>
            <a:pathLst>
              <a:path w="3195166" h="784865">
                <a:moveTo>
                  <a:pt x="0" y="0"/>
                </a:moveTo>
                <a:lnTo>
                  <a:pt x="3195166" y="0"/>
                </a:lnTo>
                <a:lnTo>
                  <a:pt x="3195166" y="784864"/>
                </a:lnTo>
                <a:lnTo>
                  <a:pt x="0" y="784864"/>
                </a:lnTo>
                <a:lnTo>
                  <a:pt x="0" y="0"/>
                </a:lnTo>
                <a:close/>
              </a:path>
            </a:pathLst>
          </a:custGeom>
          <a:blipFill>
            <a:blip r:embed="rId3"/>
            <a:stretch>
              <a:fillRect/>
            </a:stretch>
          </a:blipFill>
        </p:spPr>
        <p:txBody>
          <a:bodyPr/>
          <a:lstStyle/>
          <a:p>
            <a:endParaRPr lang="it-IT"/>
          </a:p>
        </p:txBody>
      </p:sp>
    </p:spTree>
    <p:extLst>
      <p:ext uri="{BB962C8B-B14F-4D97-AF65-F5344CB8AC3E}">
        <p14:creationId xmlns:p14="http://schemas.microsoft.com/office/powerpoint/2010/main" val="215124487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Tx" preserve="1">
  <p:cSld name="All Content with Caption_Blue Backgroun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2E81B0-DF0A-4D66-8562-88F3D6D877FA}"/>
              </a:ext>
            </a:extLst>
          </p:cNvPr>
          <p:cNvSpPr>
            <a:spLocks noGrp="1"/>
          </p:cNvSpPr>
          <p:nvPr>
            <p:ph type="title"/>
          </p:nvPr>
        </p:nvSpPr>
        <p:spPr>
          <a:xfrm>
            <a:off x="839788" y="987424"/>
            <a:ext cx="3932237" cy="1069975"/>
          </a:xfrm>
        </p:spPr>
        <p:txBody>
          <a:bodyPr anchor="b"/>
          <a:lstStyle>
            <a:lvl1pPr>
              <a:defRPr sz="3200">
                <a:solidFill>
                  <a:schemeClr val="bg1"/>
                </a:solidFill>
              </a:defRPr>
            </a:lvl1pPr>
          </a:lstStyle>
          <a:p>
            <a:r>
              <a:rPr lang="en-GB"/>
              <a:t>Click to edit Master title style</a:t>
            </a:r>
            <a:endParaRPr lang="it-IT"/>
          </a:p>
        </p:txBody>
      </p:sp>
      <p:sp>
        <p:nvSpPr>
          <p:cNvPr id="3" name="Content Placeholder 2">
            <a:extLst>
              <a:ext uri="{FF2B5EF4-FFF2-40B4-BE49-F238E27FC236}">
                <a16:creationId xmlns:a16="http://schemas.microsoft.com/office/drawing/2014/main" id="{3BD89A63-4A33-D942-962F-76D315DEE5F8}"/>
              </a:ext>
            </a:extLst>
          </p:cNvPr>
          <p:cNvSpPr>
            <a:spLocks noGrp="1"/>
          </p:cNvSpPr>
          <p:nvPr>
            <p:ph idx="1"/>
          </p:nvPr>
        </p:nvSpPr>
        <p:spPr>
          <a:xfrm>
            <a:off x="5183188" y="987425"/>
            <a:ext cx="6172200" cy="4873625"/>
          </a:xfrm>
        </p:spPr>
        <p:txBody>
          <a:bodyPr/>
          <a:lstStyle>
            <a:lvl1pPr>
              <a:defRPr sz="3200">
                <a:solidFill>
                  <a:schemeClr val="bg1"/>
                </a:solidFill>
              </a:defRPr>
            </a:lvl1pPr>
            <a:lvl2pPr>
              <a:defRPr sz="2800">
                <a:solidFill>
                  <a:schemeClr val="bg1"/>
                </a:solidFill>
              </a:defRPr>
            </a:lvl2pPr>
            <a:lvl3pPr>
              <a:defRPr sz="2400">
                <a:solidFill>
                  <a:schemeClr val="bg1"/>
                </a:solidFill>
              </a:defRPr>
            </a:lvl3pPr>
            <a:lvl4pPr>
              <a:defRPr sz="2000">
                <a:solidFill>
                  <a:schemeClr val="bg1"/>
                </a:solidFill>
              </a:defRPr>
            </a:lvl4pPr>
            <a:lvl5pPr>
              <a:defRPr sz="2000">
                <a:solidFill>
                  <a:schemeClr val="bg1"/>
                </a:solidFill>
              </a:defRPr>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it-IT"/>
          </a:p>
        </p:txBody>
      </p:sp>
      <p:sp>
        <p:nvSpPr>
          <p:cNvPr id="4" name="Text Placeholder 3">
            <a:extLst>
              <a:ext uri="{FF2B5EF4-FFF2-40B4-BE49-F238E27FC236}">
                <a16:creationId xmlns:a16="http://schemas.microsoft.com/office/drawing/2014/main" id="{19C79DF6-B015-4D8F-130F-A5D13A226B28}"/>
              </a:ext>
            </a:extLst>
          </p:cNvPr>
          <p:cNvSpPr>
            <a:spLocks noGrp="1"/>
          </p:cNvSpPr>
          <p:nvPr>
            <p:ph type="body" sz="half" idx="2"/>
          </p:nvPr>
        </p:nvSpPr>
        <p:spPr>
          <a:xfrm>
            <a:off x="839788" y="2057400"/>
            <a:ext cx="3932237" cy="3811588"/>
          </a:xfrm>
        </p:spPr>
        <p:txBody>
          <a:bodyPr/>
          <a:lstStyle>
            <a:lvl1pPr marL="0" inden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pic>
        <p:nvPicPr>
          <p:cNvPr id="5" name="Picture 4" descr="A white text on a black background&#10;&#10;Description automatically generated">
            <a:extLst>
              <a:ext uri="{FF2B5EF4-FFF2-40B4-BE49-F238E27FC236}">
                <a16:creationId xmlns:a16="http://schemas.microsoft.com/office/drawing/2014/main" id="{F4571D3E-7681-6095-6157-0F124D5AD501}"/>
              </a:ext>
            </a:extLst>
          </p:cNvPr>
          <p:cNvPicPr>
            <a:picLocks noChangeAspect="1"/>
          </p:cNvPicPr>
          <p:nvPr userDrawn="1"/>
        </p:nvPicPr>
        <p:blipFill>
          <a:blip r:embed="rId2"/>
          <a:stretch>
            <a:fillRect/>
          </a:stretch>
        </p:blipFill>
        <p:spPr>
          <a:xfrm>
            <a:off x="197319" y="184788"/>
            <a:ext cx="2007511" cy="492144"/>
          </a:xfrm>
          <a:prstGeom prst="rect">
            <a:avLst/>
          </a:prstGeom>
        </p:spPr>
      </p:pic>
      <p:grpSp>
        <p:nvGrpSpPr>
          <p:cNvPr id="6" name="Group 5">
            <a:extLst>
              <a:ext uri="{FF2B5EF4-FFF2-40B4-BE49-F238E27FC236}">
                <a16:creationId xmlns:a16="http://schemas.microsoft.com/office/drawing/2014/main" id="{42A588B8-B3C1-5194-3022-92B20013B524}"/>
              </a:ext>
            </a:extLst>
          </p:cNvPr>
          <p:cNvGrpSpPr/>
          <p:nvPr userDrawn="1"/>
        </p:nvGrpSpPr>
        <p:grpSpPr>
          <a:xfrm>
            <a:off x="2555190" y="5958082"/>
            <a:ext cx="9438031" cy="717889"/>
            <a:chOff x="2555190" y="5958082"/>
            <a:chExt cx="9438031" cy="717889"/>
          </a:xfrm>
        </p:grpSpPr>
        <p:pic>
          <p:nvPicPr>
            <p:cNvPr id="7" name="Picture 6" descr="A black and white flag with stars in a circle&#10;&#10;Description automatically generated">
              <a:extLst>
                <a:ext uri="{FF2B5EF4-FFF2-40B4-BE49-F238E27FC236}">
                  <a16:creationId xmlns:a16="http://schemas.microsoft.com/office/drawing/2014/main" id="{EE8BCBDE-D4CE-23EA-8850-C6CF6654887B}"/>
                </a:ext>
              </a:extLst>
            </p:cNvPr>
            <p:cNvPicPr>
              <a:picLocks noChangeAspect="1"/>
            </p:cNvPicPr>
            <p:nvPr userDrawn="1"/>
          </p:nvPicPr>
          <p:blipFill>
            <a:blip r:embed="rId3"/>
            <a:stretch>
              <a:fillRect/>
            </a:stretch>
          </p:blipFill>
          <p:spPr>
            <a:xfrm>
              <a:off x="11313282" y="5958082"/>
              <a:ext cx="679939" cy="717889"/>
            </a:xfrm>
            <a:prstGeom prst="rect">
              <a:avLst/>
            </a:prstGeom>
          </p:spPr>
        </p:pic>
        <p:cxnSp>
          <p:nvCxnSpPr>
            <p:cNvPr id="13" name="Straight Connector 12">
              <a:extLst>
                <a:ext uri="{FF2B5EF4-FFF2-40B4-BE49-F238E27FC236}">
                  <a16:creationId xmlns:a16="http://schemas.microsoft.com/office/drawing/2014/main" id="{FC6FA055-175C-BE32-F63C-20D9DA31844B}"/>
                </a:ext>
              </a:extLst>
            </p:cNvPr>
            <p:cNvCxnSpPr>
              <a:cxnSpLocks/>
            </p:cNvCxnSpPr>
            <p:nvPr userDrawn="1"/>
          </p:nvCxnSpPr>
          <p:spPr>
            <a:xfrm>
              <a:off x="11224439" y="6007982"/>
              <a:ext cx="0" cy="639295"/>
            </a:xfrm>
            <a:prstGeom prst="line">
              <a:avLst/>
            </a:prstGeom>
            <a:ln w="12700">
              <a:solidFill>
                <a:schemeClr val="bg1"/>
              </a:solidFill>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135791F2-893D-4A10-B2F2-E691FAB68B4A}"/>
                </a:ext>
              </a:extLst>
            </p:cNvPr>
            <p:cNvSpPr txBox="1"/>
            <p:nvPr userDrawn="1"/>
          </p:nvSpPr>
          <p:spPr>
            <a:xfrm>
              <a:off x="2555190" y="6131557"/>
              <a:ext cx="8624828" cy="369332"/>
            </a:xfrm>
            <a:prstGeom prst="rect">
              <a:avLst/>
            </a:prstGeom>
            <a:noFill/>
          </p:spPr>
          <p:txBody>
            <a:bodyPr wrap="square" rtlCol="0" anchor="ctr">
              <a:spAutoFit/>
            </a:bodyPr>
            <a:lstStyle/>
            <a:p>
              <a:pPr algn="r"/>
              <a:r>
                <a:rPr lang="en-GB" sz="900">
                  <a:solidFill>
                    <a:schemeClr val="bg1"/>
                  </a:solidFill>
                  <a:effectLst/>
                  <a:latin typeface="Helvetica Neue" panose="02000503000000020004" pitchFamily="2" charset="0"/>
                </a:rPr>
                <a:t>Co-funded by the European Union. Views and opinions expressed are however those of the author(s) only and do not necessarily reflect those of the European Union or the European Education and Culture Executive Agency (EACEA). Neither the European Union nor EACEA can be held responsible for them.</a:t>
              </a:r>
            </a:p>
          </p:txBody>
        </p:sp>
      </p:grpSp>
    </p:spTree>
    <p:extLst>
      <p:ext uri="{BB962C8B-B14F-4D97-AF65-F5344CB8AC3E}">
        <p14:creationId xmlns:p14="http://schemas.microsoft.com/office/powerpoint/2010/main" val="298075826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losing Slide_White Background">
    <p:spTree>
      <p:nvGrpSpPr>
        <p:cNvPr id="1" name=""/>
        <p:cNvGrpSpPr/>
        <p:nvPr/>
      </p:nvGrpSpPr>
      <p:grpSpPr>
        <a:xfrm>
          <a:off x="0" y="0"/>
          <a:ext cx="0" cy="0"/>
          <a:chOff x="0" y="0"/>
          <a:chExt cx="0" cy="0"/>
        </a:xfrm>
      </p:grpSpPr>
      <p:sp>
        <p:nvSpPr>
          <p:cNvPr id="5" name="Freeform 2">
            <a:extLst>
              <a:ext uri="{FF2B5EF4-FFF2-40B4-BE49-F238E27FC236}">
                <a16:creationId xmlns:a16="http://schemas.microsoft.com/office/drawing/2014/main" id="{50F1FA2B-447B-ABF8-1AC6-B828ADFF7681}"/>
              </a:ext>
            </a:extLst>
          </p:cNvPr>
          <p:cNvSpPr/>
          <p:nvPr userDrawn="1"/>
        </p:nvSpPr>
        <p:spPr>
          <a:xfrm>
            <a:off x="197320" y="184788"/>
            <a:ext cx="3543501" cy="870431"/>
          </a:xfrm>
          <a:custGeom>
            <a:avLst/>
            <a:gdLst/>
            <a:ahLst/>
            <a:cxnLst/>
            <a:rect l="l" t="t" r="r" b="b"/>
            <a:pathLst>
              <a:path w="3195166" h="784865">
                <a:moveTo>
                  <a:pt x="0" y="0"/>
                </a:moveTo>
                <a:lnTo>
                  <a:pt x="3195166" y="0"/>
                </a:lnTo>
                <a:lnTo>
                  <a:pt x="3195166" y="784864"/>
                </a:lnTo>
                <a:lnTo>
                  <a:pt x="0" y="784864"/>
                </a:lnTo>
                <a:lnTo>
                  <a:pt x="0" y="0"/>
                </a:lnTo>
                <a:close/>
              </a:path>
            </a:pathLst>
          </a:custGeom>
          <a:blipFill>
            <a:blip r:embed="rId2"/>
            <a:stretch>
              <a:fillRect/>
            </a:stretch>
          </a:blipFill>
        </p:spPr>
        <p:txBody>
          <a:bodyPr/>
          <a:lstStyle/>
          <a:p>
            <a:endParaRPr lang="it-IT"/>
          </a:p>
        </p:txBody>
      </p:sp>
      <p:grpSp>
        <p:nvGrpSpPr>
          <p:cNvPr id="34" name="Group 33">
            <a:extLst>
              <a:ext uri="{FF2B5EF4-FFF2-40B4-BE49-F238E27FC236}">
                <a16:creationId xmlns:a16="http://schemas.microsoft.com/office/drawing/2014/main" id="{BDEA0543-19E2-4029-3D4A-0F4A26A2C60F}"/>
              </a:ext>
            </a:extLst>
          </p:cNvPr>
          <p:cNvGrpSpPr/>
          <p:nvPr userDrawn="1"/>
        </p:nvGrpSpPr>
        <p:grpSpPr>
          <a:xfrm rot="10800000">
            <a:off x="9468640" y="-1138910"/>
            <a:ext cx="3511597" cy="5806731"/>
            <a:chOff x="-1043880" y="1901286"/>
            <a:chExt cx="3511597" cy="5806731"/>
          </a:xfrm>
        </p:grpSpPr>
        <p:sp>
          <p:nvSpPr>
            <p:cNvPr id="12" name="AutoShape 11">
              <a:extLst>
                <a:ext uri="{FF2B5EF4-FFF2-40B4-BE49-F238E27FC236}">
                  <a16:creationId xmlns:a16="http://schemas.microsoft.com/office/drawing/2014/main" id="{DDA0C904-C428-6D88-BF49-06E82AA78BDC}"/>
                </a:ext>
              </a:extLst>
            </p:cNvPr>
            <p:cNvSpPr/>
            <p:nvPr userDrawn="1"/>
          </p:nvSpPr>
          <p:spPr>
            <a:xfrm flipH="1" flipV="1">
              <a:off x="273284" y="3349339"/>
              <a:ext cx="1931546" cy="1597424"/>
            </a:xfrm>
            <a:prstGeom prst="line">
              <a:avLst/>
            </a:prstGeom>
            <a:ln w="142875" cap="flat">
              <a:solidFill>
                <a:srgbClr val="0E145D"/>
              </a:solidFill>
              <a:prstDash val="solid"/>
              <a:headEnd type="none" w="sm" len="sm"/>
              <a:tailEnd type="none" w="sm" len="sm"/>
            </a:ln>
          </p:spPr>
          <p:txBody>
            <a:bodyPr/>
            <a:lstStyle/>
            <a:p>
              <a:endParaRPr lang="it-IT"/>
            </a:p>
          </p:txBody>
        </p:sp>
        <p:sp>
          <p:nvSpPr>
            <p:cNvPr id="13" name="AutoShape 12">
              <a:extLst>
                <a:ext uri="{FF2B5EF4-FFF2-40B4-BE49-F238E27FC236}">
                  <a16:creationId xmlns:a16="http://schemas.microsoft.com/office/drawing/2014/main" id="{368E5200-4103-E43E-9484-EF5782374B93}"/>
                </a:ext>
              </a:extLst>
            </p:cNvPr>
            <p:cNvSpPr/>
            <p:nvPr userDrawn="1"/>
          </p:nvSpPr>
          <p:spPr>
            <a:xfrm flipV="1">
              <a:off x="1428046" y="4993684"/>
              <a:ext cx="415156" cy="1514123"/>
            </a:xfrm>
            <a:prstGeom prst="line">
              <a:avLst/>
            </a:prstGeom>
            <a:ln w="142875" cap="flat">
              <a:solidFill>
                <a:srgbClr val="0E145D"/>
              </a:solidFill>
              <a:prstDash val="solid"/>
              <a:headEnd type="none" w="sm" len="sm"/>
              <a:tailEnd type="none" w="sm" len="sm"/>
            </a:ln>
          </p:spPr>
          <p:txBody>
            <a:bodyPr/>
            <a:lstStyle/>
            <a:p>
              <a:endParaRPr lang="it-IT"/>
            </a:p>
          </p:txBody>
        </p:sp>
        <p:sp>
          <p:nvSpPr>
            <p:cNvPr id="14" name="Freeform 6">
              <a:extLst>
                <a:ext uri="{FF2B5EF4-FFF2-40B4-BE49-F238E27FC236}">
                  <a16:creationId xmlns:a16="http://schemas.microsoft.com/office/drawing/2014/main" id="{2E2F0C67-CAB8-1DE9-D405-E967A8283938}"/>
                </a:ext>
              </a:extLst>
            </p:cNvPr>
            <p:cNvSpPr/>
            <p:nvPr userDrawn="1"/>
          </p:nvSpPr>
          <p:spPr>
            <a:xfrm>
              <a:off x="-1043880" y="1901286"/>
              <a:ext cx="2031040" cy="203104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chemeClr val="accent3"/>
            </a:solidFill>
          </p:spPr>
          <p:txBody>
            <a:bodyPr/>
            <a:lstStyle/>
            <a:p>
              <a:endParaRPr lang="it-IT"/>
            </a:p>
          </p:txBody>
        </p:sp>
        <p:sp>
          <p:nvSpPr>
            <p:cNvPr id="15" name="Freeform 6">
              <a:extLst>
                <a:ext uri="{FF2B5EF4-FFF2-40B4-BE49-F238E27FC236}">
                  <a16:creationId xmlns:a16="http://schemas.microsoft.com/office/drawing/2014/main" id="{4B4EA801-2BCF-483E-74E0-67ED215E3FCA}"/>
                </a:ext>
              </a:extLst>
            </p:cNvPr>
            <p:cNvSpPr/>
            <p:nvPr userDrawn="1"/>
          </p:nvSpPr>
          <p:spPr>
            <a:xfrm>
              <a:off x="1371118" y="4193836"/>
              <a:ext cx="1096599" cy="1096599"/>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chemeClr val="accent1"/>
            </a:solidFill>
          </p:spPr>
          <p:txBody>
            <a:bodyPr/>
            <a:lstStyle/>
            <a:p>
              <a:endParaRPr lang="it-IT"/>
            </a:p>
          </p:txBody>
        </p:sp>
        <p:sp>
          <p:nvSpPr>
            <p:cNvPr id="16" name="Freeform 6">
              <a:extLst>
                <a:ext uri="{FF2B5EF4-FFF2-40B4-BE49-F238E27FC236}">
                  <a16:creationId xmlns:a16="http://schemas.microsoft.com/office/drawing/2014/main" id="{7DAD4751-6DD9-4BB9-702B-98C42D272C7B}"/>
                </a:ext>
              </a:extLst>
            </p:cNvPr>
            <p:cNvSpPr/>
            <p:nvPr userDrawn="1"/>
          </p:nvSpPr>
          <p:spPr>
            <a:xfrm>
              <a:off x="504795" y="6007982"/>
              <a:ext cx="1700035" cy="1700035"/>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chemeClr val="accent5"/>
            </a:solidFill>
          </p:spPr>
          <p:txBody>
            <a:bodyPr/>
            <a:lstStyle/>
            <a:p>
              <a:endParaRPr lang="it-IT"/>
            </a:p>
          </p:txBody>
        </p:sp>
      </p:grpSp>
      <p:grpSp>
        <p:nvGrpSpPr>
          <p:cNvPr id="35" name="Group 34">
            <a:extLst>
              <a:ext uri="{FF2B5EF4-FFF2-40B4-BE49-F238E27FC236}">
                <a16:creationId xmlns:a16="http://schemas.microsoft.com/office/drawing/2014/main" id="{D0CAE36E-D1F6-B055-694E-3749DE7320BD}"/>
              </a:ext>
            </a:extLst>
          </p:cNvPr>
          <p:cNvGrpSpPr/>
          <p:nvPr userDrawn="1"/>
        </p:nvGrpSpPr>
        <p:grpSpPr>
          <a:xfrm rot="10800000">
            <a:off x="-570705" y="4667821"/>
            <a:ext cx="3165373" cy="2927471"/>
            <a:chOff x="9410171" y="-775652"/>
            <a:chExt cx="3165373" cy="2927471"/>
          </a:xfrm>
        </p:grpSpPr>
        <p:sp>
          <p:nvSpPr>
            <p:cNvPr id="17" name="AutoShape 11">
              <a:extLst>
                <a:ext uri="{FF2B5EF4-FFF2-40B4-BE49-F238E27FC236}">
                  <a16:creationId xmlns:a16="http://schemas.microsoft.com/office/drawing/2014/main" id="{0FCB4AF6-CC92-93AE-F972-AAA8C470EFB3}"/>
                </a:ext>
              </a:extLst>
            </p:cNvPr>
            <p:cNvSpPr/>
            <p:nvPr userDrawn="1"/>
          </p:nvSpPr>
          <p:spPr>
            <a:xfrm flipH="1" flipV="1">
              <a:off x="10381111" y="210723"/>
              <a:ext cx="1931546" cy="1597424"/>
            </a:xfrm>
            <a:prstGeom prst="line">
              <a:avLst/>
            </a:prstGeom>
            <a:ln w="142875" cap="flat">
              <a:solidFill>
                <a:srgbClr val="0E145D"/>
              </a:solidFill>
              <a:prstDash val="solid"/>
              <a:headEnd type="none" w="sm" len="sm"/>
              <a:tailEnd type="none" w="sm" len="sm"/>
            </a:ln>
          </p:spPr>
          <p:txBody>
            <a:bodyPr/>
            <a:lstStyle/>
            <a:p>
              <a:endParaRPr lang="it-IT"/>
            </a:p>
          </p:txBody>
        </p:sp>
        <p:sp>
          <p:nvSpPr>
            <p:cNvPr id="18" name="Freeform 6">
              <a:extLst>
                <a:ext uri="{FF2B5EF4-FFF2-40B4-BE49-F238E27FC236}">
                  <a16:creationId xmlns:a16="http://schemas.microsoft.com/office/drawing/2014/main" id="{222EFE2F-3EC5-B77A-4FEF-A18BE022799E}"/>
                </a:ext>
              </a:extLst>
            </p:cNvPr>
            <p:cNvSpPr/>
            <p:nvPr userDrawn="1"/>
          </p:nvSpPr>
          <p:spPr>
            <a:xfrm>
              <a:off x="9410171" y="-775652"/>
              <a:ext cx="1551303" cy="1551303"/>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chemeClr val="accent2"/>
            </a:solidFill>
          </p:spPr>
          <p:txBody>
            <a:bodyPr/>
            <a:lstStyle/>
            <a:p>
              <a:endParaRPr lang="it-IT"/>
            </a:p>
          </p:txBody>
        </p:sp>
        <p:sp>
          <p:nvSpPr>
            <p:cNvPr id="19" name="Freeform 6">
              <a:extLst>
                <a:ext uri="{FF2B5EF4-FFF2-40B4-BE49-F238E27FC236}">
                  <a16:creationId xmlns:a16="http://schemas.microsoft.com/office/drawing/2014/main" id="{836929CE-1082-8F3F-6C24-B9C74AB71FB5}"/>
                </a:ext>
              </a:extLst>
            </p:cNvPr>
            <p:cNvSpPr/>
            <p:nvPr userDrawn="1"/>
          </p:nvSpPr>
          <p:spPr>
            <a:xfrm>
              <a:off x="11478945" y="1055220"/>
              <a:ext cx="1096599" cy="1096599"/>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chemeClr val="accent4"/>
            </a:solidFill>
          </p:spPr>
          <p:txBody>
            <a:bodyPr/>
            <a:lstStyle/>
            <a:p>
              <a:endParaRPr lang="it-IT"/>
            </a:p>
          </p:txBody>
        </p:sp>
      </p:grpSp>
      <p:grpSp>
        <p:nvGrpSpPr>
          <p:cNvPr id="20" name="Group 19">
            <a:extLst>
              <a:ext uri="{FF2B5EF4-FFF2-40B4-BE49-F238E27FC236}">
                <a16:creationId xmlns:a16="http://schemas.microsoft.com/office/drawing/2014/main" id="{CE3DACBA-A4AA-DA9D-A98F-22382DFD4CDB}"/>
              </a:ext>
            </a:extLst>
          </p:cNvPr>
          <p:cNvGrpSpPr/>
          <p:nvPr userDrawn="1"/>
        </p:nvGrpSpPr>
        <p:grpSpPr>
          <a:xfrm>
            <a:off x="2555190" y="5958082"/>
            <a:ext cx="9438030" cy="716282"/>
            <a:chOff x="2555190" y="5958082"/>
            <a:chExt cx="9438030" cy="716282"/>
          </a:xfrm>
        </p:grpSpPr>
        <p:sp>
          <p:nvSpPr>
            <p:cNvPr id="21" name="Freeform 9">
              <a:extLst>
                <a:ext uri="{FF2B5EF4-FFF2-40B4-BE49-F238E27FC236}">
                  <a16:creationId xmlns:a16="http://schemas.microsoft.com/office/drawing/2014/main" id="{4D269BE0-44EB-B128-99B5-BB87E64C02D2}"/>
                </a:ext>
              </a:extLst>
            </p:cNvPr>
            <p:cNvSpPr/>
            <p:nvPr userDrawn="1"/>
          </p:nvSpPr>
          <p:spPr>
            <a:xfrm>
              <a:off x="11313282" y="5958082"/>
              <a:ext cx="679938" cy="716282"/>
            </a:xfrm>
            <a:custGeom>
              <a:avLst/>
              <a:gdLst/>
              <a:ahLst/>
              <a:cxnLst/>
              <a:rect l="l" t="t" r="r" b="b"/>
              <a:pathLst>
                <a:path w="1163225" h="1225402">
                  <a:moveTo>
                    <a:pt x="0" y="0"/>
                  </a:moveTo>
                  <a:lnTo>
                    <a:pt x="1163225" y="0"/>
                  </a:lnTo>
                  <a:lnTo>
                    <a:pt x="1163225" y="1225402"/>
                  </a:lnTo>
                  <a:lnTo>
                    <a:pt x="0" y="1225402"/>
                  </a:lnTo>
                  <a:lnTo>
                    <a:pt x="0" y="0"/>
                  </a:lnTo>
                  <a:close/>
                </a:path>
              </a:pathLst>
            </a:custGeom>
            <a:blipFill>
              <a:blip r:embed="rId3"/>
              <a:stretch>
                <a:fillRect/>
              </a:stretch>
            </a:blipFill>
          </p:spPr>
          <p:txBody>
            <a:bodyPr/>
            <a:lstStyle/>
            <a:p>
              <a:endParaRPr lang="it-IT"/>
            </a:p>
          </p:txBody>
        </p:sp>
        <p:cxnSp>
          <p:nvCxnSpPr>
            <p:cNvPr id="29" name="Straight Connector 28">
              <a:extLst>
                <a:ext uri="{FF2B5EF4-FFF2-40B4-BE49-F238E27FC236}">
                  <a16:creationId xmlns:a16="http://schemas.microsoft.com/office/drawing/2014/main" id="{8A6D4F1F-B417-5D53-B0AB-4C09B2A4C221}"/>
                </a:ext>
              </a:extLst>
            </p:cNvPr>
            <p:cNvCxnSpPr>
              <a:cxnSpLocks/>
            </p:cNvCxnSpPr>
            <p:nvPr userDrawn="1"/>
          </p:nvCxnSpPr>
          <p:spPr>
            <a:xfrm>
              <a:off x="11224439" y="6007982"/>
              <a:ext cx="0" cy="639295"/>
            </a:xfrm>
            <a:prstGeom prst="line">
              <a:avLst/>
            </a:prstGeom>
            <a:ln w="12700">
              <a:solidFill>
                <a:srgbClr val="0D145C"/>
              </a:solidFill>
            </a:ln>
          </p:spPr>
          <p:style>
            <a:lnRef idx="2">
              <a:schemeClr val="accent1"/>
            </a:lnRef>
            <a:fillRef idx="0">
              <a:schemeClr val="accent1"/>
            </a:fillRef>
            <a:effectRef idx="1">
              <a:schemeClr val="accent1"/>
            </a:effectRef>
            <a:fontRef idx="minor">
              <a:schemeClr val="tx1"/>
            </a:fontRef>
          </p:style>
        </p:cxnSp>
        <p:sp>
          <p:nvSpPr>
            <p:cNvPr id="33" name="TextBox 32">
              <a:extLst>
                <a:ext uri="{FF2B5EF4-FFF2-40B4-BE49-F238E27FC236}">
                  <a16:creationId xmlns:a16="http://schemas.microsoft.com/office/drawing/2014/main" id="{A6CD6B75-6F0E-028B-16C7-AA999CF1BE3B}"/>
                </a:ext>
              </a:extLst>
            </p:cNvPr>
            <p:cNvSpPr txBox="1"/>
            <p:nvPr userDrawn="1"/>
          </p:nvSpPr>
          <p:spPr>
            <a:xfrm>
              <a:off x="2555190" y="6131557"/>
              <a:ext cx="8624828" cy="369332"/>
            </a:xfrm>
            <a:prstGeom prst="rect">
              <a:avLst/>
            </a:prstGeom>
            <a:noFill/>
          </p:spPr>
          <p:txBody>
            <a:bodyPr wrap="square" rtlCol="0" anchor="ctr">
              <a:spAutoFit/>
            </a:bodyPr>
            <a:lstStyle/>
            <a:p>
              <a:pPr algn="r"/>
              <a:r>
                <a:rPr lang="en-GB" sz="900">
                  <a:effectLst/>
                  <a:latin typeface="Helvetica Neue" panose="02000503000000020004" pitchFamily="2" charset="0"/>
                </a:rPr>
                <a:t>Co-funded by the European Union. Views and opinions expressed are however those of the author(s) only and do not necessarily reflect those of the European Union or the European Education and Culture Executive Agency (EACEA). Neither the European Union nor EACEA can be held responsible for them.</a:t>
              </a:r>
            </a:p>
          </p:txBody>
        </p:sp>
      </p:grpSp>
      <p:sp>
        <p:nvSpPr>
          <p:cNvPr id="36" name="TextBox 35">
            <a:extLst>
              <a:ext uri="{FF2B5EF4-FFF2-40B4-BE49-F238E27FC236}">
                <a16:creationId xmlns:a16="http://schemas.microsoft.com/office/drawing/2014/main" id="{66561496-ED07-FDAF-445E-69B26494CF01}"/>
              </a:ext>
            </a:extLst>
          </p:cNvPr>
          <p:cNvSpPr txBox="1"/>
          <p:nvPr userDrawn="1"/>
        </p:nvSpPr>
        <p:spPr>
          <a:xfrm>
            <a:off x="1623728" y="2355354"/>
            <a:ext cx="3989672" cy="707886"/>
          </a:xfrm>
          <a:prstGeom prst="rect">
            <a:avLst/>
          </a:prstGeom>
          <a:noFill/>
        </p:spPr>
        <p:txBody>
          <a:bodyPr wrap="square" rtlCol="0">
            <a:spAutoFit/>
          </a:bodyPr>
          <a:lstStyle/>
          <a:p>
            <a:r>
              <a:rPr lang="it-IT" sz="4000" b="1"/>
              <a:t>Thank </a:t>
            </a:r>
            <a:r>
              <a:rPr lang="it-IT" sz="4000" b="1" err="1"/>
              <a:t>you</a:t>
            </a:r>
            <a:r>
              <a:rPr lang="it-IT" sz="4000" b="1"/>
              <a:t>!</a:t>
            </a:r>
          </a:p>
        </p:txBody>
      </p:sp>
      <p:sp>
        <p:nvSpPr>
          <p:cNvPr id="37" name="TextBox 36">
            <a:extLst>
              <a:ext uri="{FF2B5EF4-FFF2-40B4-BE49-F238E27FC236}">
                <a16:creationId xmlns:a16="http://schemas.microsoft.com/office/drawing/2014/main" id="{FD97052A-91FE-C110-6961-519DED43AB72}"/>
              </a:ext>
            </a:extLst>
          </p:cNvPr>
          <p:cNvSpPr txBox="1"/>
          <p:nvPr userDrawn="1"/>
        </p:nvSpPr>
        <p:spPr>
          <a:xfrm>
            <a:off x="1623727" y="3066554"/>
            <a:ext cx="8469427" cy="400110"/>
          </a:xfrm>
          <a:prstGeom prst="rect">
            <a:avLst/>
          </a:prstGeom>
          <a:noFill/>
        </p:spPr>
        <p:txBody>
          <a:bodyPr wrap="square" rtlCol="0">
            <a:spAutoFit/>
          </a:bodyPr>
          <a:lstStyle/>
          <a:p>
            <a:r>
              <a:rPr lang="it-IT" sz="2000" b="0" i="0">
                <a:latin typeface="Poppins ExtraLight" pitchFamily="2" charset="77"/>
                <a:cs typeface="Poppins ExtraLight" pitchFamily="2" charset="77"/>
              </a:rPr>
              <a:t>Follow the </a:t>
            </a:r>
            <a:r>
              <a:rPr lang="it-IT" sz="2000" b="0" i="0" err="1">
                <a:latin typeface="Poppins ExtraLight" pitchFamily="2" charset="77"/>
                <a:cs typeface="Poppins ExtraLight" pitchFamily="2" charset="77"/>
              </a:rPr>
              <a:t>SpaceSUITE</a:t>
            </a:r>
            <a:r>
              <a:rPr lang="it-IT" sz="2000" b="0" i="0">
                <a:latin typeface="Poppins ExtraLight" pitchFamily="2" charset="77"/>
                <a:cs typeface="Poppins ExtraLight" pitchFamily="2" charset="77"/>
              </a:rPr>
              <a:t> Project on:</a:t>
            </a:r>
          </a:p>
        </p:txBody>
      </p:sp>
      <p:sp>
        <p:nvSpPr>
          <p:cNvPr id="42" name="TextBox 41">
            <a:extLst>
              <a:ext uri="{FF2B5EF4-FFF2-40B4-BE49-F238E27FC236}">
                <a16:creationId xmlns:a16="http://schemas.microsoft.com/office/drawing/2014/main" id="{21F2B2F8-AE07-F86B-0987-5AA2EB82D083}"/>
              </a:ext>
            </a:extLst>
          </p:cNvPr>
          <p:cNvSpPr txBox="1"/>
          <p:nvPr userDrawn="1"/>
        </p:nvSpPr>
        <p:spPr>
          <a:xfrm>
            <a:off x="6680656" y="4117045"/>
            <a:ext cx="3606800" cy="307777"/>
          </a:xfrm>
          <a:prstGeom prst="rect">
            <a:avLst/>
          </a:prstGeom>
          <a:noFill/>
        </p:spPr>
        <p:txBody>
          <a:bodyPr wrap="square" rtlCol="0">
            <a:spAutoFit/>
          </a:bodyPr>
          <a:lstStyle/>
          <a:p>
            <a:r>
              <a:rPr lang="en-GB" sz="1400" b="0" i="0">
                <a:solidFill>
                  <a:srgbClr val="0E145D"/>
                </a:solidFill>
                <a:effectLst/>
                <a:latin typeface="+mj-lt"/>
              </a:rPr>
              <a:t>@</a:t>
            </a:r>
            <a:r>
              <a:rPr lang="en-GB" sz="1400" b="0" i="0" err="1">
                <a:solidFill>
                  <a:srgbClr val="0E145D"/>
                </a:solidFill>
                <a:effectLst/>
                <a:latin typeface="+mj-lt"/>
              </a:rPr>
              <a:t>Spacesuite_eu</a:t>
            </a:r>
            <a:endParaRPr lang="en-GB" sz="1400">
              <a:solidFill>
                <a:srgbClr val="0E145D"/>
              </a:solidFill>
              <a:effectLst/>
              <a:latin typeface="+mj-lt"/>
            </a:endParaRPr>
          </a:p>
        </p:txBody>
      </p:sp>
      <p:pic>
        <p:nvPicPr>
          <p:cNvPr id="44" name="Picture 43" descr="A blue and black logo&#10;&#10;Description automatically generated">
            <a:extLst>
              <a:ext uri="{FF2B5EF4-FFF2-40B4-BE49-F238E27FC236}">
                <a16:creationId xmlns:a16="http://schemas.microsoft.com/office/drawing/2014/main" id="{9D93DE39-A410-6074-02C9-1E9A5143040A}"/>
              </a:ext>
            </a:extLst>
          </p:cNvPr>
          <p:cNvPicPr>
            <a:picLocks noChangeAspect="1"/>
          </p:cNvPicPr>
          <p:nvPr userDrawn="1"/>
        </p:nvPicPr>
        <p:blipFill>
          <a:blip r:embed="rId4"/>
          <a:stretch>
            <a:fillRect/>
          </a:stretch>
        </p:blipFill>
        <p:spPr>
          <a:xfrm>
            <a:off x="6277946" y="4108132"/>
            <a:ext cx="328569" cy="313981"/>
          </a:xfrm>
          <a:prstGeom prst="rect">
            <a:avLst/>
          </a:prstGeom>
        </p:spPr>
      </p:pic>
      <p:sp>
        <p:nvSpPr>
          <p:cNvPr id="41" name="TextBox 40">
            <a:extLst>
              <a:ext uri="{FF2B5EF4-FFF2-40B4-BE49-F238E27FC236}">
                <a16:creationId xmlns:a16="http://schemas.microsoft.com/office/drawing/2014/main" id="{EF86EC63-7666-A386-0C44-C055066A1123}"/>
              </a:ext>
            </a:extLst>
          </p:cNvPr>
          <p:cNvSpPr txBox="1"/>
          <p:nvPr userDrawn="1"/>
        </p:nvSpPr>
        <p:spPr>
          <a:xfrm>
            <a:off x="6680656" y="3594804"/>
            <a:ext cx="3606800" cy="307777"/>
          </a:xfrm>
          <a:prstGeom prst="rect">
            <a:avLst/>
          </a:prstGeom>
          <a:noFill/>
        </p:spPr>
        <p:txBody>
          <a:bodyPr wrap="square" rtlCol="0">
            <a:spAutoFit/>
          </a:bodyPr>
          <a:lstStyle/>
          <a:p>
            <a:r>
              <a:rPr lang="en-GB" sz="1400" b="0" i="0">
                <a:solidFill>
                  <a:srgbClr val="0E145D"/>
                </a:solidFill>
                <a:effectLst/>
                <a:latin typeface="+mj-lt"/>
              </a:rPr>
              <a:t>@</a:t>
            </a:r>
            <a:r>
              <a:rPr lang="en-GB" sz="1400" b="0" i="0" err="1">
                <a:solidFill>
                  <a:srgbClr val="0E145D"/>
                </a:solidFill>
                <a:effectLst/>
                <a:latin typeface="+mj-lt"/>
              </a:rPr>
              <a:t>Spacesuiteproject</a:t>
            </a:r>
            <a:endParaRPr lang="en-GB" sz="1400">
              <a:solidFill>
                <a:srgbClr val="0E145D"/>
              </a:solidFill>
              <a:effectLst/>
              <a:latin typeface="+mj-lt"/>
            </a:endParaRPr>
          </a:p>
        </p:txBody>
      </p:sp>
      <p:pic>
        <p:nvPicPr>
          <p:cNvPr id="47" name="Picture 46" descr="A blue cross on a black background&#10;&#10;Description automatically generated">
            <a:extLst>
              <a:ext uri="{FF2B5EF4-FFF2-40B4-BE49-F238E27FC236}">
                <a16:creationId xmlns:a16="http://schemas.microsoft.com/office/drawing/2014/main" id="{85E18086-39CA-71E7-4C96-83FB09646F5E}"/>
              </a:ext>
            </a:extLst>
          </p:cNvPr>
          <p:cNvPicPr>
            <a:picLocks noChangeAspect="1"/>
          </p:cNvPicPr>
          <p:nvPr userDrawn="1"/>
        </p:nvPicPr>
        <p:blipFill>
          <a:blip r:embed="rId5"/>
          <a:stretch>
            <a:fillRect/>
          </a:stretch>
        </p:blipFill>
        <p:spPr>
          <a:xfrm>
            <a:off x="6359659" y="3597969"/>
            <a:ext cx="159534" cy="307269"/>
          </a:xfrm>
          <a:prstGeom prst="rect">
            <a:avLst/>
          </a:prstGeom>
        </p:spPr>
      </p:pic>
      <p:sp>
        <p:nvSpPr>
          <p:cNvPr id="39" name="TextBox 38">
            <a:extLst>
              <a:ext uri="{FF2B5EF4-FFF2-40B4-BE49-F238E27FC236}">
                <a16:creationId xmlns:a16="http://schemas.microsoft.com/office/drawing/2014/main" id="{5BA10B64-0CA2-AA36-4B59-5FE475135EA4}"/>
              </a:ext>
            </a:extLst>
          </p:cNvPr>
          <p:cNvSpPr txBox="1"/>
          <p:nvPr userDrawn="1"/>
        </p:nvSpPr>
        <p:spPr>
          <a:xfrm>
            <a:off x="6680656" y="3066554"/>
            <a:ext cx="3606800" cy="307777"/>
          </a:xfrm>
          <a:prstGeom prst="rect">
            <a:avLst/>
          </a:prstGeom>
          <a:noFill/>
        </p:spPr>
        <p:txBody>
          <a:bodyPr wrap="square" rtlCol="0">
            <a:spAutoFit/>
          </a:bodyPr>
          <a:lstStyle/>
          <a:p>
            <a:r>
              <a:rPr lang="en-GB" sz="1400" b="0" i="0">
                <a:solidFill>
                  <a:srgbClr val="0E145D"/>
                </a:solidFill>
                <a:effectLst/>
                <a:latin typeface="+mj-lt"/>
              </a:rPr>
              <a:t>@</a:t>
            </a:r>
            <a:r>
              <a:rPr lang="en-GB" sz="1400" b="0" i="0" err="1">
                <a:solidFill>
                  <a:srgbClr val="0E145D"/>
                </a:solidFill>
                <a:effectLst/>
                <a:latin typeface="+mj-lt"/>
              </a:rPr>
              <a:t>SpaceSUITE_eu</a:t>
            </a:r>
            <a:endParaRPr lang="en-GB" sz="1400">
              <a:solidFill>
                <a:srgbClr val="0E145D"/>
              </a:solidFill>
              <a:effectLst/>
              <a:latin typeface="+mj-lt"/>
            </a:endParaRPr>
          </a:p>
        </p:txBody>
      </p:sp>
      <p:pic>
        <p:nvPicPr>
          <p:cNvPr id="49" name="Picture 48" descr="A blue x on a black background&#10;&#10;Description automatically generated">
            <a:extLst>
              <a:ext uri="{FF2B5EF4-FFF2-40B4-BE49-F238E27FC236}">
                <a16:creationId xmlns:a16="http://schemas.microsoft.com/office/drawing/2014/main" id="{947F6496-E0C2-9CA3-FEC0-BC541136B746}"/>
              </a:ext>
            </a:extLst>
          </p:cNvPr>
          <p:cNvPicPr>
            <a:picLocks noChangeAspect="1"/>
          </p:cNvPicPr>
          <p:nvPr userDrawn="1"/>
        </p:nvPicPr>
        <p:blipFill>
          <a:blip r:embed="rId6"/>
          <a:stretch>
            <a:fillRect/>
          </a:stretch>
        </p:blipFill>
        <p:spPr>
          <a:xfrm>
            <a:off x="6275141" y="3069875"/>
            <a:ext cx="328569" cy="307562"/>
          </a:xfrm>
          <a:prstGeom prst="rect">
            <a:avLst/>
          </a:prstGeom>
        </p:spPr>
      </p:pic>
      <p:sp>
        <p:nvSpPr>
          <p:cNvPr id="51" name="TextBox 50">
            <a:hlinkClick r:id="rId7"/>
            <a:extLst>
              <a:ext uri="{FF2B5EF4-FFF2-40B4-BE49-F238E27FC236}">
                <a16:creationId xmlns:a16="http://schemas.microsoft.com/office/drawing/2014/main" id="{D91F6A90-EE14-1F89-CB04-2D6BC061A7F7}"/>
              </a:ext>
            </a:extLst>
          </p:cNvPr>
          <p:cNvSpPr txBox="1"/>
          <p:nvPr userDrawn="1"/>
        </p:nvSpPr>
        <p:spPr>
          <a:xfrm>
            <a:off x="1554715" y="4650305"/>
            <a:ext cx="8469427" cy="400110"/>
          </a:xfrm>
          <a:prstGeom prst="rect">
            <a:avLst/>
          </a:prstGeom>
          <a:noFill/>
        </p:spPr>
        <p:txBody>
          <a:bodyPr wrap="square" rtlCol="0">
            <a:spAutoFit/>
          </a:bodyPr>
          <a:lstStyle/>
          <a:p>
            <a:r>
              <a:rPr lang="it-IT" sz="2000" b="0" i="0">
                <a:latin typeface="Poppins ExtraLight" pitchFamily="2" charset="77"/>
                <a:cs typeface="Poppins ExtraLight" pitchFamily="2" charset="77"/>
              </a:rPr>
              <a:t>For more information:                           </a:t>
            </a:r>
            <a:r>
              <a:rPr lang="it-IT" sz="2000" b="0" err="1"/>
              <a:t>www.spacesuite-project.eu</a:t>
            </a:r>
            <a:endParaRPr lang="it-IT" sz="2000" b="0"/>
          </a:p>
        </p:txBody>
      </p:sp>
    </p:spTree>
    <p:extLst>
      <p:ext uri="{BB962C8B-B14F-4D97-AF65-F5344CB8AC3E}">
        <p14:creationId xmlns:p14="http://schemas.microsoft.com/office/powerpoint/2010/main" val="376066866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losing Slide_Blue Background">
    <p:bg>
      <p:bgPr>
        <a:solidFill>
          <a:schemeClr val="tx1"/>
        </a:solidFill>
        <a:effectLst/>
      </p:bgPr>
    </p:bg>
    <p:spTree>
      <p:nvGrpSpPr>
        <p:cNvPr id="1" name=""/>
        <p:cNvGrpSpPr/>
        <p:nvPr/>
      </p:nvGrpSpPr>
      <p:grpSpPr>
        <a:xfrm>
          <a:off x="0" y="0"/>
          <a:ext cx="0" cy="0"/>
          <a:chOff x="0" y="0"/>
          <a:chExt cx="0" cy="0"/>
        </a:xfrm>
      </p:grpSpPr>
      <p:grpSp>
        <p:nvGrpSpPr>
          <p:cNvPr id="34" name="Group 33">
            <a:extLst>
              <a:ext uri="{FF2B5EF4-FFF2-40B4-BE49-F238E27FC236}">
                <a16:creationId xmlns:a16="http://schemas.microsoft.com/office/drawing/2014/main" id="{BDEA0543-19E2-4029-3D4A-0F4A26A2C60F}"/>
              </a:ext>
            </a:extLst>
          </p:cNvPr>
          <p:cNvGrpSpPr/>
          <p:nvPr userDrawn="1"/>
        </p:nvGrpSpPr>
        <p:grpSpPr>
          <a:xfrm rot="10800000">
            <a:off x="9468640" y="-1138910"/>
            <a:ext cx="3511597" cy="5806731"/>
            <a:chOff x="-1043880" y="1901286"/>
            <a:chExt cx="3511597" cy="5806731"/>
          </a:xfrm>
        </p:grpSpPr>
        <p:sp>
          <p:nvSpPr>
            <p:cNvPr id="12" name="AutoShape 11">
              <a:extLst>
                <a:ext uri="{FF2B5EF4-FFF2-40B4-BE49-F238E27FC236}">
                  <a16:creationId xmlns:a16="http://schemas.microsoft.com/office/drawing/2014/main" id="{DDA0C904-C428-6D88-BF49-06E82AA78BDC}"/>
                </a:ext>
              </a:extLst>
            </p:cNvPr>
            <p:cNvSpPr/>
            <p:nvPr userDrawn="1"/>
          </p:nvSpPr>
          <p:spPr>
            <a:xfrm flipH="1" flipV="1">
              <a:off x="273284" y="3349339"/>
              <a:ext cx="1931546" cy="1597424"/>
            </a:xfrm>
            <a:prstGeom prst="line">
              <a:avLst/>
            </a:prstGeom>
            <a:ln w="142875" cap="flat">
              <a:solidFill>
                <a:schemeClr val="bg1"/>
              </a:solidFill>
              <a:prstDash val="solid"/>
              <a:headEnd type="none" w="sm" len="sm"/>
              <a:tailEnd type="none" w="sm" len="sm"/>
            </a:ln>
          </p:spPr>
          <p:txBody>
            <a:bodyPr/>
            <a:lstStyle/>
            <a:p>
              <a:endParaRPr lang="it-IT"/>
            </a:p>
          </p:txBody>
        </p:sp>
        <p:sp>
          <p:nvSpPr>
            <p:cNvPr id="13" name="AutoShape 12">
              <a:extLst>
                <a:ext uri="{FF2B5EF4-FFF2-40B4-BE49-F238E27FC236}">
                  <a16:creationId xmlns:a16="http://schemas.microsoft.com/office/drawing/2014/main" id="{368E5200-4103-E43E-9484-EF5782374B93}"/>
                </a:ext>
              </a:extLst>
            </p:cNvPr>
            <p:cNvSpPr/>
            <p:nvPr userDrawn="1"/>
          </p:nvSpPr>
          <p:spPr>
            <a:xfrm flipV="1">
              <a:off x="1428046" y="4993684"/>
              <a:ext cx="415156" cy="1514123"/>
            </a:xfrm>
            <a:prstGeom prst="line">
              <a:avLst/>
            </a:prstGeom>
            <a:ln w="142875" cap="flat">
              <a:solidFill>
                <a:schemeClr val="bg1"/>
              </a:solidFill>
              <a:prstDash val="solid"/>
              <a:headEnd type="none" w="sm" len="sm"/>
              <a:tailEnd type="none" w="sm" len="sm"/>
            </a:ln>
          </p:spPr>
          <p:txBody>
            <a:bodyPr/>
            <a:lstStyle/>
            <a:p>
              <a:endParaRPr lang="it-IT"/>
            </a:p>
          </p:txBody>
        </p:sp>
        <p:sp>
          <p:nvSpPr>
            <p:cNvPr id="14" name="Freeform 6">
              <a:extLst>
                <a:ext uri="{FF2B5EF4-FFF2-40B4-BE49-F238E27FC236}">
                  <a16:creationId xmlns:a16="http://schemas.microsoft.com/office/drawing/2014/main" id="{2E2F0C67-CAB8-1DE9-D405-E967A8283938}"/>
                </a:ext>
              </a:extLst>
            </p:cNvPr>
            <p:cNvSpPr/>
            <p:nvPr userDrawn="1"/>
          </p:nvSpPr>
          <p:spPr>
            <a:xfrm>
              <a:off x="-1043880" y="1901286"/>
              <a:ext cx="2031040" cy="203104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chemeClr val="accent3"/>
            </a:solidFill>
          </p:spPr>
          <p:txBody>
            <a:bodyPr/>
            <a:lstStyle/>
            <a:p>
              <a:endParaRPr lang="it-IT"/>
            </a:p>
          </p:txBody>
        </p:sp>
        <p:sp>
          <p:nvSpPr>
            <p:cNvPr id="15" name="Freeform 6">
              <a:extLst>
                <a:ext uri="{FF2B5EF4-FFF2-40B4-BE49-F238E27FC236}">
                  <a16:creationId xmlns:a16="http://schemas.microsoft.com/office/drawing/2014/main" id="{4B4EA801-2BCF-483E-74E0-67ED215E3FCA}"/>
                </a:ext>
              </a:extLst>
            </p:cNvPr>
            <p:cNvSpPr/>
            <p:nvPr userDrawn="1"/>
          </p:nvSpPr>
          <p:spPr>
            <a:xfrm>
              <a:off x="1371118" y="4193836"/>
              <a:ext cx="1096599" cy="1096599"/>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chemeClr val="accent1"/>
            </a:solidFill>
          </p:spPr>
          <p:txBody>
            <a:bodyPr/>
            <a:lstStyle/>
            <a:p>
              <a:endParaRPr lang="it-IT"/>
            </a:p>
          </p:txBody>
        </p:sp>
        <p:sp>
          <p:nvSpPr>
            <p:cNvPr id="16" name="Freeform 6">
              <a:extLst>
                <a:ext uri="{FF2B5EF4-FFF2-40B4-BE49-F238E27FC236}">
                  <a16:creationId xmlns:a16="http://schemas.microsoft.com/office/drawing/2014/main" id="{7DAD4751-6DD9-4BB9-702B-98C42D272C7B}"/>
                </a:ext>
              </a:extLst>
            </p:cNvPr>
            <p:cNvSpPr/>
            <p:nvPr userDrawn="1"/>
          </p:nvSpPr>
          <p:spPr>
            <a:xfrm>
              <a:off x="504795" y="6007982"/>
              <a:ext cx="1700035" cy="1700035"/>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chemeClr val="accent5"/>
            </a:solidFill>
          </p:spPr>
          <p:txBody>
            <a:bodyPr/>
            <a:lstStyle/>
            <a:p>
              <a:endParaRPr lang="it-IT"/>
            </a:p>
          </p:txBody>
        </p:sp>
      </p:grpSp>
      <p:grpSp>
        <p:nvGrpSpPr>
          <p:cNvPr id="35" name="Group 34">
            <a:extLst>
              <a:ext uri="{FF2B5EF4-FFF2-40B4-BE49-F238E27FC236}">
                <a16:creationId xmlns:a16="http://schemas.microsoft.com/office/drawing/2014/main" id="{D0CAE36E-D1F6-B055-694E-3749DE7320BD}"/>
              </a:ext>
            </a:extLst>
          </p:cNvPr>
          <p:cNvGrpSpPr/>
          <p:nvPr userDrawn="1"/>
        </p:nvGrpSpPr>
        <p:grpSpPr>
          <a:xfrm rot="10800000">
            <a:off x="-570705" y="4667821"/>
            <a:ext cx="3165373" cy="2927471"/>
            <a:chOff x="9410171" y="-775652"/>
            <a:chExt cx="3165373" cy="2927471"/>
          </a:xfrm>
        </p:grpSpPr>
        <p:sp>
          <p:nvSpPr>
            <p:cNvPr id="17" name="AutoShape 11">
              <a:extLst>
                <a:ext uri="{FF2B5EF4-FFF2-40B4-BE49-F238E27FC236}">
                  <a16:creationId xmlns:a16="http://schemas.microsoft.com/office/drawing/2014/main" id="{0FCB4AF6-CC92-93AE-F972-AAA8C470EFB3}"/>
                </a:ext>
              </a:extLst>
            </p:cNvPr>
            <p:cNvSpPr/>
            <p:nvPr userDrawn="1"/>
          </p:nvSpPr>
          <p:spPr>
            <a:xfrm flipH="1" flipV="1">
              <a:off x="10381111" y="210723"/>
              <a:ext cx="1931546" cy="1597424"/>
            </a:xfrm>
            <a:prstGeom prst="line">
              <a:avLst/>
            </a:prstGeom>
            <a:ln w="142875" cap="flat">
              <a:solidFill>
                <a:schemeClr val="bg1"/>
              </a:solidFill>
              <a:prstDash val="solid"/>
              <a:headEnd type="none" w="sm" len="sm"/>
              <a:tailEnd type="none" w="sm" len="sm"/>
            </a:ln>
          </p:spPr>
          <p:txBody>
            <a:bodyPr/>
            <a:lstStyle/>
            <a:p>
              <a:endParaRPr lang="it-IT"/>
            </a:p>
          </p:txBody>
        </p:sp>
        <p:sp>
          <p:nvSpPr>
            <p:cNvPr id="18" name="Freeform 6">
              <a:extLst>
                <a:ext uri="{FF2B5EF4-FFF2-40B4-BE49-F238E27FC236}">
                  <a16:creationId xmlns:a16="http://schemas.microsoft.com/office/drawing/2014/main" id="{222EFE2F-3EC5-B77A-4FEF-A18BE022799E}"/>
                </a:ext>
              </a:extLst>
            </p:cNvPr>
            <p:cNvSpPr/>
            <p:nvPr userDrawn="1"/>
          </p:nvSpPr>
          <p:spPr>
            <a:xfrm>
              <a:off x="9410171" y="-775652"/>
              <a:ext cx="1551303" cy="1551303"/>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chemeClr val="accent2"/>
            </a:solidFill>
          </p:spPr>
          <p:txBody>
            <a:bodyPr/>
            <a:lstStyle/>
            <a:p>
              <a:endParaRPr lang="it-IT"/>
            </a:p>
          </p:txBody>
        </p:sp>
        <p:sp>
          <p:nvSpPr>
            <p:cNvPr id="19" name="Freeform 6">
              <a:extLst>
                <a:ext uri="{FF2B5EF4-FFF2-40B4-BE49-F238E27FC236}">
                  <a16:creationId xmlns:a16="http://schemas.microsoft.com/office/drawing/2014/main" id="{836929CE-1082-8F3F-6C24-B9C74AB71FB5}"/>
                </a:ext>
              </a:extLst>
            </p:cNvPr>
            <p:cNvSpPr/>
            <p:nvPr userDrawn="1"/>
          </p:nvSpPr>
          <p:spPr>
            <a:xfrm>
              <a:off x="11478945" y="1055220"/>
              <a:ext cx="1096599" cy="1096599"/>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chemeClr val="accent4"/>
            </a:solidFill>
          </p:spPr>
          <p:txBody>
            <a:bodyPr/>
            <a:lstStyle/>
            <a:p>
              <a:endParaRPr lang="it-IT"/>
            </a:p>
          </p:txBody>
        </p:sp>
      </p:grpSp>
      <p:sp>
        <p:nvSpPr>
          <p:cNvPr id="36" name="TextBox 35">
            <a:extLst>
              <a:ext uri="{FF2B5EF4-FFF2-40B4-BE49-F238E27FC236}">
                <a16:creationId xmlns:a16="http://schemas.microsoft.com/office/drawing/2014/main" id="{66561496-ED07-FDAF-445E-69B26494CF01}"/>
              </a:ext>
            </a:extLst>
          </p:cNvPr>
          <p:cNvSpPr txBox="1"/>
          <p:nvPr userDrawn="1"/>
        </p:nvSpPr>
        <p:spPr>
          <a:xfrm>
            <a:off x="1623728" y="2355354"/>
            <a:ext cx="3989672" cy="707886"/>
          </a:xfrm>
          <a:prstGeom prst="rect">
            <a:avLst/>
          </a:prstGeom>
          <a:noFill/>
        </p:spPr>
        <p:txBody>
          <a:bodyPr wrap="square" rtlCol="0">
            <a:spAutoFit/>
          </a:bodyPr>
          <a:lstStyle/>
          <a:p>
            <a:r>
              <a:rPr lang="it-IT" sz="4000" b="1">
                <a:solidFill>
                  <a:schemeClr val="bg1"/>
                </a:solidFill>
              </a:rPr>
              <a:t>Thank </a:t>
            </a:r>
            <a:r>
              <a:rPr lang="it-IT" sz="4000" b="1" err="1">
                <a:solidFill>
                  <a:schemeClr val="bg1"/>
                </a:solidFill>
              </a:rPr>
              <a:t>you</a:t>
            </a:r>
            <a:r>
              <a:rPr lang="it-IT" sz="4000" b="1">
                <a:solidFill>
                  <a:schemeClr val="bg1"/>
                </a:solidFill>
              </a:rPr>
              <a:t>!</a:t>
            </a:r>
          </a:p>
        </p:txBody>
      </p:sp>
      <p:sp>
        <p:nvSpPr>
          <p:cNvPr id="37" name="TextBox 36">
            <a:extLst>
              <a:ext uri="{FF2B5EF4-FFF2-40B4-BE49-F238E27FC236}">
                <a16:creationId xmlns:a16="http://schemas.microsoft.com/office/drawing/2014/main" id="{FD97052A-91FE-C110-6961-519DED43AB72}"/>
              </a:ext>
            </a:extLst>
          </p:cNvPr>
          <p:cNvSpPr txBox="1"/>
          <p:nvPr userDrawn="1"/>
        </p:nvSpPr>
        <p:spPr>
          <a:xfrm>
            <a:off x="1623727" y="3066554"/>
            <a:ext cx="8469427" cy="400110"/>
          </a:xfrm>
          <a:prstGeom prst="rect">
            <a:avLst/>
          </a:prstGeom>
          <a:noFill/>
        </p:spPr>
        <p:txBody>
          <a:bodyPr wrap="square" rtlCol="0">
            <a:spAutoFit/>
          </a:bodyPr>
          <a:lstStyle/>
          <a:p>
            <a:r>
              <a:rPr lang="it-IT" sz="2000" b="0" i="0">
                <a:solidFill>
                  <a:schemeClr val="bg1"/>
                </a:solidFill>
                <a:latin typeface="Poppins ExtraLight" pitchFamily="2" charset="77"/>
                <a:cs typeface="Poppins ExtraLight" pitchFamily="2" charset="77"/>
              </a:rPr>
              <a:t>Follow the </a:t>
            </a:r>
            <a:r>
              <a:rPr lang="it-IT" sz="2000" b="0" i="0" err="1">
                <a:solidFill>
                  <a:schemeClr val="bg1"/>
                </a:solidFill>
                <a:latin typeface="Poppins ExtraLight" pitchFamily="2" charset="77"/>
                <a:cs typeface="Poppins ExtraLight" pitchFamily="2" charset="77"/>
              </a:rPr>
              <a:t>SpaceSUITE</a:t>
            </a:r>
            <a:r>
              <a:rPr lang="it-IT" sz="2000" b="0" i="0">
                <a:solidFill>
                  <a:schemeClr val="bg1"/>
                </a:solidFill>
                <a:latin typeface="Poppins ExtraLight" pitchFamily="2" charset="77"/>
                <a:cs typeface="Poppins ExtraLight" pitchFamily="2" charset="77"/>
              </a:rPr>
              <a:t> Project on:</a:t>
            </a:r>
          </a:p>
        </p:txBody>
      </p:sp>
      <p:sp>
        <p:nvSpPr>
          <p:cNvPr id="39" name="TextBox 38">
            <a:extLst>
              <a:ext uri="{FF2B5EF4-FFF2-40B4-BE49-F238E27FC236}">
                <a16:creationId xmlns:a16="http://schemas.microsoft.com/office/drawing/2014/main" id="{5BA10B64-0CA2-AA36-4B59-5FE475135EA4}"/>
              </a:ext>
            </a:extLst>
          </p:cNvPr>
          <p:cNvSpPr txBox="1"/>
          <p:nvPr userDrawn="1"/>
        </p:nvSpPr>
        <p:spPr>
          <a:xfrm>
            <a:off x="6680656" y="3066554"/>
            <a:ext cx="3606800" cy="307777"/>
          </a:xfrm>
          <a:prstGeom prst="rect">
            <a:avLst/>
          </a:prstGeom>
          <a:noFill/>
        </p:spPr>
        <p:txBody>
          <a:bodyPr wrap="square" rtlCol="0">
            <a:spAutoFit/>
          </a:bodyPr>
          <a:lstStyle/>
          <a:p>
            <a:r>
              <a:rPr lang="en-GB" sz="1400" b="0" i="0">
                <a:solidFill>
                  <a:schemeClr val="bg1"/>
                </a:solidFill>
                <a:effectLst/>
                <a:latin typeface="+mj-lt"/>
              </a:rPr>
              <a:t>@</a:t>
            </a:r>
            <a:r>
              <a:rPr lang="en-GB" sz="1400" b="0" i="0" err="1">
                <a:solidFill>
                  <a:schemeClr val="bg1"/>
                </a:solidFill>
                <a:effectLst/>
                <a:latin typeface="+mj-lt"/>
              </a:rPr>
              <a:t>SpaceSUITE_eu</a:t>
            </a:r>
            <a:endParaRPr lang="en-GB" sz="1400">
              <a:solidFill>
                <a:schemeClr val="bg1"/>
              </a:solidFill>
              <a:effectLst/>
              <a:latin typeface="+mj-lt"/>
            </a:endParaRPr>
          </a:p>
        </p:txBody>
      </p:sp>
      <p:sp>
        <p:nvSpPr>
          <p:cNvPr id="41" name="TextBox 40">
            <a:extLst>
              <a:ext uri="{FF2B5EF4-FFF2-40B4-BE49-F238E27FC236}">
                <a16:creationId xmlns:a16="http://schemas.microsoft.com/office/drawing/2014/main" id="{EF86EC63-7666-A386-0C44-C055066A1123}"/>
              </a:ext>
            </a:extLst>
          </p:cNvPr>
          <p:cNvSpPr txBox="1"/>
          <p:nvPr userDrawn="1"/>
        </p:nvSpPr>
        <p:spPr>
          <a:xfrm>
            <a:off x="6680656" y="3594804"/>
            <a:ext cx="3606800" cy="307777"/>
          </a:xfrm>
          <a:prstGeom prst="rect">
            <a:avLst/>
          </a:prstGeom>
          <a:noFill/>
        </p:spPr>
        <p:txBody>
          <a:bodyPr wrap="square" rtlCol="0">
            <a:spAutoFit/>
          </a:bodyPr>
          <a:lstStyle/>
          <a:p>
            <a:r>
              <a:rPr lang="en-GB" sz="1400" b="0" i="0">
                <a:solidFill>
                  <a:schemeClr val="bg1"/>
                </a:solidFill>
                <a:effectLst/>
                <a:latin typeface="+mj-lt"/>
              </a:rPr>
              <a:t>@</a:t>
            </a:r>
            <a:r>
              <a:rPr lang="en-GB" sz="1400" b="0" i="0" err="1">
                <a:solidFill>
                  <a:schemeClr val="bg1"/>
                </a:solidFill>
                <a:effectLst/>
                <a:latin typeface="+mj-lt"/>
              </a:rPr>
              <a:t>Spacesuiteproject</a:t>
            </a:r>
            <a:endParaRPr lang="en-GB" sz="1400">
              <a:solidFill>
                <a:schemeClr val="bg1"/>
              </a:solidFill>
              <a:effectLst/>
              <a:latin typeface="+mj-lt"/>
            </a:endParaRPr>
          </a:p>
        </p:txBody>
      </p:sp>
      <p:sp>
        <p:nvSpPr>
          <p:cNvPr id="42" name="TextBox 41">
            <a:extLst>
              <a:ext uri="{FF2B5EF4-FFF2-40B4-BE49-F238E27FC236}">
                <a16:creationId xmlns:a16="http://schemas.microsoft.com/office/drawing/2014/main" id="{21F2B2F8-AE07-F86B-0987-5AA2EB82D083}"/>
              </a:ext>
            </a:extLst>
          </p:cNvPr>
          <p:cNvSpPr txBox="1"/>
          <p:nvPr userDrawn="1"/>
        </p:nvSpPr>
        <p:spPr>
          <a:xfrm>
            <a:off x="6680656" y="4117045"/>
            <a:ext cx="3606800" cy="307777"/>
          </a:xfrm>
          <a:prstGeom prst="rect">
            <a:avLst/>
          </a:prstGeom>
          <a:noFill/>
        </p:spPr>
        <p:txBody>
          <a:bodyPr wrap="square" rtlCol="0">
            <a:spAutoFit/>
          </a:bodyPr>
          <a:lstStyle/>
          <a:p>
            <a:r>
              <a:rPr lang="en-GB" sz="1400" b="0" i="0">
                <a:solidFill>
                  <a:schemeClr val="bg1"/>
                </a:solidFill>
                <a:effectLst/>
                <a:latin typeface="+mj-lt"/>
              </a:rPr>
              <a:t>@</a:t>
            </a:r>
            <a:r>
              <a:rPr lang="en-GB" sz="1400" b="0" i="0" err="1">
                <a:solidFill>
                  <a:schemeClr val="bg1"/>
                </a:solidFill>
                <a:effectLst/>
                <a:latin typeface="+mj-lt"/>
              </a:rPr>
              <a:t>Spacesuite_eu</a:t>
            </a:r>
            <a:endParaRPr lang="en-GB" sz="1400">
              <a:solidFill>
                <a:schemeClr val="bg1"/>
              </a:solidFill>
              <a:effectLst/>
              <a:latin typeface="+mj-lt"/>
            </a:endParaRPr>
          </a:p>
        </p:txBody>
      </p:sp>
      <p:pic>
        <p:nvPicPr>
          <p:cNvPr id="44" name="Picture 43">
            <a:extLst>
              <a:ext uri="{FF2B5EF4-FFF2-40B4-BE49-F238E27FC236}">
                <a16:creationId xmlns:a16="http://schemas.microsoft.com/office/drawing/2014/main" id="{9D93DE39-A410-6074-02C9-1E9A5143040A}"/>
              </a:ext>
            </a:extLst>
          </p:cNvPr>
          <p:cNvPicPr>
            <a:picLocks noChangeAspect="1"/>
          </p:cNvPicPr>
          <p:nvPr userDrawn="1"/>
        </p:nvPicPr>
        <p:blipFill>
          <a:blip r:embed="rId2"/>
          <a:srcRect/>
          <a:stretch/>
        </p:blipFill>
        <p:spPr>
          <a:xfrm>
            <a:off x="6277946" y="4108132"/>
            <a:ext cx="328569" cy="313980"/>
          </a:xfrm>
          <a:prstGeom prst="rect">
            <a:avLst/>
          </a:prstGeom>
          <a:solidFill>
            <a:schemeClr val="tx1"/>
          </a:solidFill>
        </p:spPr>
      </p:pic>
      <p:pic>
        <p:nvPicPr>
          <p:cNvPr id="47" name="Picture 46">
            <a:extLst>
              <a:ext uri="{FF2B5EF4-FFF2-40B4-BE49-F238E27FC236}">
                <a16:creationId xmlns:a16="http://schemas.microsoft.com/office/drawing/2014/main" id="{85E18086-39CA-71E7-4C96-83FB09646F5E}"/>
              </a:ext>
            </a:extLst>
          </p:cNvPr>
          <p:cNvPicPr>
            <a:picLocks noChangeAspect="1"/>
          </p:cNvPicPr>
          <p:nvPr userDrawn="1"/>
        </p:nvPicPr>
        <p:blipFill>
          <a:blip r:embed="rId3"/>
          <a:srcRect/>
          <a:stretch/>
        </p:blipFill>
        <p:spPr>
          <a:xfrm>
            <a:off x="6359659" y="3597969"/>
            <a:ext cx="159534" cy="307268"/>
          </a:xfrm>
          <a:prstGeom prst="rect">
            <a:avLst/>
          </a:prstGeom>
          <a:solidFill>
            <a:schemeClr val="tx1"/>
          </a:solidFill>
        </p:spPr>
      </p:pic>
      <p:pic>
        <p:nvPicPr>
          <p:cNvPr id="49" name="Picture 48">
            <a:extLst>
              <a:ext uri="{FF2B5EF4-FFF2-40B4-BE49-F238E27FC236}">
                <a16:creationId xmlns:a16="http://schemas.microsoft.com/office/drawing/2014/main" id="{947F6496-E0C2-9CA3-FEC0-BC541136B746}"/>
              </a:ext>
            </a:extLst>
          </p:cNvPr>
          <p:cNvPicPr>
            <a:picLocks noChangeAspect="1"/>
          </p:cNvPicPr>
          <p:nvPr userDrawn="1"/>
        </p:nvPicPr>
        <p:blipFill>
          <a:blip r:embed="rId4"/>
          <a:srcRect/>
          <a:stretch/>
        </p:blipFill>
        <p:spPr>
          <a:xfrm>
            <a:off x="6275141" y="3069875"/>
            <a:ext cx="328569" cy="307561"/>
          </a:xfrm>
          <a:prstGeom prst="rect">
            <a:avLst/>
          </a:prstGeom>
          <a:solidFill>
            <a:schemeClr val="tx1"/>
          </a:solidFill>
        </p:spPr>
      </p:pic>
      <p:sp>
        <p:nvSpPr>
          <p:cNvPr id="51" name="TextBox 50">
            <a:hlinkClick r:id="rId5"/>
            <a:extLst>
              <a:ext uri="{FF2B5EF4-FFF2-40B4-BE49-F238E27FC236}">
                <a16:creationId xmlns:a16="http://schemas.microsoft.com/office/drawing/2014/main" id="{D91F6A90-EE14-1F89-CB04-2D6BC061A7F7}"/>
              </a:ext>
            </a:extLst>
          </p:cNvPr>
          <p:cNvSpPr txBox="1"/>
          <p:nvPr userDrawn="1"/>
        </p:nvSpPr>
        <p:spPr>
          <a:xfrm>
            <a:off x="1554715" y="4650305"/>
            <a:ext cx="8469427" cy="400110"/>
          </a:xfrm>
          <a:prstGeom prst="rect">
            <a:avLst/>
          </a:prstGeom>
          <a:noFill/>
        </p:spPr>
        <p:txBody>
          <a:bodyPr wrap="square" rtlCol="0">
            <a:spAutoFit/>
          </a:bodyPr>
          <a:lstStyle/>
          <a:p>
            <a:r>
              <a:rPr lang="it-IT" sz="2000" b="0" i="0">
                <a:solidFill>
                  <a:schemeClr val="bg1"/>
                </a:solidFill>
                <a:latin typeface="Poppins ExtraLight" pitchFamily="2" charset="77"/>
                <a:cs typeface="Poppins ExtraLight" pitchFamily="2" charset="77"/>
              </a:rPr>
              <a:t>For more information:                           </a:t>
            </a:r>
            <a:r>
              <a:rPr lang="it-IT" sz="2000" b="0" err="1">
                <a:solidFill>
                  <a:schemeClr val="bg1"/>
                </a:solidFill>
              </a:rPr>
              <a:t>www.spacesuite-project.eu</a:t>
            </a:r>
            <a:endParaRPr lang="it-IT" sz="2000" b="0">
              <a:solidFill>
                <a:schemeClr val="bg1"/>
              </a:solidFill>
            </a:endParaRPr>
          </a:p>
        </p:txBody>
      </p:sp>
      <p:pic>
        <p:nvPicPr>
          <p:cNvPr id="6" name="Picture 5" descr="A white text on a black background&#10;&#10;Description automatically generated">
            <a:extLst>
              <a:ext uri="{FF2B5EF4-FFF2-40B4-BE49-F238E27FC236}">
                <a16:creationId xmlns:a16="http://schemas.microsoft.com/office/drawing/2014/main" id="{F2E26682-C9DC-DCA2-4D2F-606039CCA864}"/>
              </a:ext>
            </a:extLst>
          </p:cNvPr>
          <p:cNvPicPr>
            <a:picLocks noChangeAspect="1"/>
          </p:cNvPicPr>
          <p:nvPr userDrawn="1"/>
        </p:nvPicPr>
        <p:blipFill>
          <a:blip r:embed="rId6"/>
          <a:stretch>
            <a:fillRect/>
          </a:stretch>
        </p:blipFill>
        <p:spPr>
          <a:xfrm>
            <a:off x="193775" y="184788"/>
            <a:ext cx="3550589" cy="870431"/>
          </a:xfrm>
          <a:prstGeom prst="rect">
            <a:avLst/>
          </a:prstGeom>
        </p:spPr>
      </p:pic>
      <p:grpSp>
        <p:nvGrpSpPr>
          <p:cNvPr id="7" name="Group 6">
            <a:extLst>
              <a:ext uri="{FF2B5EF4-FFF2-40B4-BE49-F238E27FC236}">
                <a16:creationId xmlns:a16="http://schemas.microsoft.com/office/drawing/2014/main" id="{D45EE33D-6BB4-9E47-DCEA-CFFE233362F5}"/>
              </a:ext>
            </a:extLst>
          </p:cNvPr>
          <p:cNvGrpSpPr/>
          <p:nvPr userDrawn="1"/>
        </p:nvGrpSpPr>
        <p:grpSpPr>
          <a:xfrm>
            <a:off x="2555190" y="5958082"/>
            <a:ext cx="9438031" cy="717889"/>
            <a:chOff x="2555190" y="5958082"/>
            <a:chExt cx="9438031" cy="717889"/>
          </a:xfrm>
        </p:grpSpPr>
        <p:pic>
          <p:nvPicPr>
            <p:cNvPr id="8" name="Picture 7" descr="A black and white flag with stars in a circle&#10;&#10;Description automatically generated">
              <a:extLst>
                <a:ext uri="{FF2B5EF4-FFF2-40B4-BE49-F238E27FC236}">
                  <a16:creationId xmlns:a16="http://schemas.microsoft.com/office/drawing/2014/main" id="{D5120FA4-6CA7-1A0E-C975-B21152CEA24E}"/>
                </a:ext>
              </a:extLst>
            </p:cNvPr>
            <p:cNvPicPr>
              <a:picLocks noChangeAspect="1"/>
            </p:cNvPicPr>
            <p:nvPr userDrawn="1"/>
          </p:nvPicPr>
          <p:blipFill>
            <a:blip r:embed="rId7"/>
            <a:stretch>
              <a:fillRect/>
            </a:stretch>
          </p:blipFill>
          <p:spPr>
            <a:xfrm>
              <a:off x="11313282" y="5958082"/>
              <a:ext cx="679939" cy="717889"/>
            </a:xfrm>
            <a:prstGeom prst="rect">
              <a:avLst/>
            </a:prstGeom>
          </p:spPr>
        </p:pic>
        <p:cxnSp>
          <p:nvCxnSpPr>
            <p:cNvPr id="9" name="Straight Connector 8">
              <a:extLst>
                <a:ext uri="{FF2B5EF4-FFF2-40B4-BE49-F238E27FC236}">
                  <a16:creationId xmlns:a16="http://schemas.microsoft.com/office/drawing/2014/main" id="{8E2C1D13-8542-444B-56F3-A541466B91B3}"/>
                </a:ext>
              </a:extLst>
            </p:cNvPr>
            <p:cNvCxnSpPr>
              <a:cxnSpLocks/>
            </p:cNvCxnSpPr>
            <p:nvPr userDrawn="1"/>
          </p:nvCxnSpPr>
          <p:spPr>
            <a:xfrm>
              <a:off x="11224439" y="6007982"/>
              <a:ext cx="0" cy="639295"/>
            </a:xfrm>
            <a:prstGeom prst="line">
              <a:avLst/>
            </a:prstGeom>
            <a:ln w="12700">
              <a:solidFill>
                <a:schemeClr val="bg1"/>
              </a:solidFill>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32D9EF78-F595-6AA6-7531-50225E9C2544}"/>
                </a:ext>
              </a:extLst>
            </p:cNvPr>
            <p:cNvSpPr txBox="1"/>
            <p:nvPr userDrawn="1"/>
          </p:nvSpPr>
          <p:spPr>
            <a:xfrm>
              <a:off x="2555190" y="6131557"/>
              <a:ext cx="8624828" cy="369332"/>
            </a:xfrm>
            <a:prstGeom prst="rect">
              <a:avLst/>
            </a:prstGeom>
            <a:noFill/>
          </p:spPr>
          <p:txBody>
            <a:bodyPr wrap="square" rtlCol="0" anchor="ctr">
              <a:spAutoFit/>
            </a:bodyPr>
            <a:lstStyle/>
            <a:p>
              <a:pPr algn="r"/>
              <a:r>
                <a:rPr lang="en-GB" sz="900">
                  <a:solidFill>
                    <a:schemeClr val="bg1"/>
                  </a:solidFill>
                  <a:effectLst/>
                  <a:latin typeface="Helvetica Neue" panose="02000503000000020004" pitchFamily="2" charset="0"/>
                </a:rPr>
                <a:t>Co-funded by the European Union. Views and opinions expressed are however those of the author(s) only and do not necessarily reflect those of the European Union or the European Education and Culture Executive Agency (EACEA). Neither the European Union nor EACEA can be held responsible for them.</a:t>
              </a:r>
            </a:p>
          </p:txBody>
        </p:sp>
      </p:grpSp>
    </p:spTree>
    <p:extLst>
      <p:ext uri="{BB962C8B-B14F-4D97-AF65-F5344CB8AC3E}">
        <p14:creationId xmlns:p14="http://schemas.microsoft.com/office/powerpoint/2010/main" val="42777058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18" Type="http://schemas.openxmlformats.org/officeDocument/2006/relationships/slideLayout" Target="../slideLayouts/slideLayout31.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17" Type="http://schemas.openxmlformats.org/officeDocument/2006/relationships/slideLayout" Target="../slideLayouts/slideLayout30.xml"/><Relationship Id="rId2" Type="http://schemas.openxmlformats.org/officeDocument/2006/relationships/slideLayout" Target="../slideLayouts/slideLayout15.xml"/><Relationship Id="rId16" Type="http://schemas.openxmlformats.org/officeDocument/2006/relationships/slideLayout" Target="../slideLayouts/slideLayout29.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slideLayout" Target="../slideLayouts/slideLayout28.xml"/><Relationship Id="rId10" Type="http://schemas.openxmlformats.org/officeDocument/2006/relationships/slideLayout" Target="../slideLayouts/slideLayout23.xml"/><Relationship Id="rId19" Type="http://schemas.openxmlformats.org/officeDocument/2006/relationships/theme" Target="../theme/theme2.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66A9A56-4C78-30C5-FBF8-A0401F26FEC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9E0088A-E48F-33AE-36F2-9F208178C14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440DD9E-6E64-B4C6-8D67-9A33A2F8D27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BF141F5-2744-C74F-9B4D-ED03BBE08CF3}" type="datetimeFigureOut">
              <a:rPr lang="en-US" smtClean="0"/>
              <a:t>7/8/26</a:t>
            </a:fld>
            <a:endParaRPr lang="en-US"/>
          </a:p>
        </p:txBody>
      </p:sp>
      <p:sp>
        <p:nvSpPr>
          <p:cNvPr id="5" name="Footer Placeholder 4">
            <a:extLst>
              <a:ext uri="{FF2B5EF4-FFF2-40B4-BE49-F238E27FC236}">
                <a16:creationId xmlns:a16="http://schemas.microsoft.com/office/drawing/2014/main" id="{21A5EF4D-B567-AE01-AB29-5A0BB5E6B86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D7BCA17-F5A8-785C-F397-46B9F935FB5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898B58D-8A38-634B-8C02-72FA111CB2D4}" type="slidenum">
              <a:rPr lang="en-US" smtClean="0"/>
              <a:t>‹#›</a:t>
            </a:fld>
            <a:endParaRPr lang="en-US"/>
          </a:p>
        </p:txBody>
      </p:sp>
    </p:spTree>
    <p:extLst>
      <p:ext uri="{BB962C8B-B14F-4D97-AF65-F5344CB8AC3E}">
        <p14:creationId xmlns:p14="http://schemas.microsoft.com/office/powerpoint/2010/main" val="9970900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B498553-0285-7943-542B-82D786F59A9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it-IT"/>
          </a:p>
        </p:txBody>
      </p:sp>
      <p:sp>
        <p:nvSpPr>
          <p:cNvPr id="3" name="Text Placeholder 2">
            <a:extLst>
              <a:ext uri="{FF2B5EF4-FFF2-40B4-BE49-F238E27FC236}">
                <a16:creationId xmlns:a16="http://schemas.microsoft.com/office/drawing/2014/main" id="{47308AA1-93C5-087B-2D37-02105FC65B8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it-IT"/>
          </a:p>
        </p:txBody>
      </p:sp>
      <p:sp>
        <p:nvSpPr>
          <p:cNvPr id="4" name="Date Placeholder 3">
            <a:extLst>
              <a:ext uri="{FF2B5EF4-FFF2-40B4-BE49-F238E27FC236}">
                <a16:creationId xmlns:a16="http://schemas.microsoft.com/office/drawing/2014/main" id="{14A02EC6-19D6-E1DB-3FED-9E9F1439B28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latin typeface="Poppins" pitchFamily="2" charset="77"/>
                <a:cs typeface="Poppins" pitchFamily="2" charset="77"/>
              </a:defRPr>
            </a:lvl1pPr>
          </a:lstStyle>
          <a:p>
            <a:endParaRPr lang="it-IT"/>
          </a:p>
        </p:txBody>
      </p:sp>
      <p:sp>
        <p:nvSpPr>
          <p:cNvPr id="5" name="Footer Placeholder 4">
            <a:extLst>
              <a:ext uri="{FF2B5EF4-FFF2-40B4-BE49-F238E27FC236}">
                <a16:creationId xmlns:a16="http://schemas.microsoft.com/office/drawing/2014/main" id="{307FD927-5D67-1735-CF1D-0A84910A076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latin typeface="Poppins" pitchFamily="2" charset="77"/>
                <a:cs typeface="Poppins" pitchFamily="2" charset="77"/>
              </a:defRPr>
            </a:lvl1pPr>
          </a:lstStyle>
          <a:p>
            <a:endParaRPr lang="it-IT"/>
          </a:p>
        </p:txBody>
      </p:sp>
      <p:sp>
        <p:nvSpPr>
          <p:cNvPr id="6" name="Slide Number Placeholder 5">
            <a:extLst>
              <a:ext uri="{FF2B5EF4-FFF2-40B4-BE49-F238E27FC236}">
                <a16:creationId xmlns:a16="http://schemas.microsoft.com/office/drawing/2014/main" id="{C466E7F9-D7A8-6453-491C-CFE8855672F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latin typeface="Poppins" pitchFamily="2" charset="77"/>
                <a:cs typeface="Poppins" pitchFamily="2" charset="77"/>
              </a:defRPr>
            </a:lvl1pPr>
          </a:lstStyle>
          <a:p>
            <a:fld id="{C0CBC3C5-F122-0242-9DE1-56ADE21F8468}" type="slidenum">
              <a:rPr lang="it-IT" smtClean="0"/>
              <a:pPr/>
              <a:t>‹#›</a:t>
            </a:fld>
            <a:endParaRPr lang="it-IT"/>
          </a:p>
        </p:txBody>
      </p:sp>
    </p:spTree>
    <p:extLst>
      <p:ext uri="{BB962C8B-B14F-4D97-AF65-F5344CB8AC3E}">
        <p14:creationId xmlns:p14="http://schemas.microsoft.com/office/powerpoint/2010/main" val="3227105713"/>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5" r:id="rId13"/>
    <p:sldLayoutId id="2147483676" r:id="rId14"/>
    <p:sldLayoutId id="2147483677" r:id="rId15"/>
    <p:sldLayoutId id="2147483678" r:id="rId16"/>
    <p:sldLayoutId id="2147483679" r:id="rId17"/>
    <p:sldLayoutId id="2147483680" r:id="rId18"/>
  </p:sldLayoutIdLst>
  <p:hf hdr="0" ftr="0" dt="0"/>
  <p:txStyles>
    <p:titleStyle>
      <a:lvl1pPr algn="l" defTabSz="914400" rtl="0" eaLnBrk="1" latinLnBrk="0" hangingPunct="1">
        <a:lnSpc>
          <a:spcPct val="90000"/>
        </a:lnSpc>
        <a:spcBef>
          <a:spcPct val="0"/>
        </a:spcBef>
        <a:buNone/>
        <a:defRPr sz="4400" b="1" kern="1200">
          <a:solidFill>
            <a:schemeClr val="tx1"/>
          </a:solidFill>
          <a:latin typeface="Poppins" pitchFamily="2" charset="77"/>
          <a:ea typeface="+mj-ea"/>
          <a:cs typeface="Poppins" pitchFamily="2" charset="77"/>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Poppins" pitchFamily="2" charset="77"/>
          <a:ea typeface="+mn-ea"/>
          <a:cs typeface="Poppins" pitchFamily="2" charset="77"/>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Poppins" pitchFamily="2" charset="77"/>
          <a:ea typeface="+mn-ea"/>
          <a:cs typeface="Poppins" pitchFamily="2" charset="77"/>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Poppins" pitchFamily="2" charset="77"/>
          <a:ea typeface="+mn-ea"/>
          <a:cs typeface="Poppins" pitchFamily="2" charset="77"/>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Poppins" pitchFamily="2" charset="77"/>
          <a:ea typeface="+mn-ea"/>
          <a:cs typeface="Poppins" pitchFamily="2" charset="77"/>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Poppins" pitchFamily="2" charset="77"/>
          <a:ea typeface="+mn-ea"/>
          <a:cs typeface="Poppins" pitchFamily="2" charset="77"/>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hyperlink" Target="https://github.com/GEOHUM-PLUS" TargetMode="Externa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png"/><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3.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11.xml.rels><?xml version="1.0" encoding="UTF-8" standalone="yes"?>
<Relationships xmlns="http://schemas.openxmlformats.org/package/2006/relationships"><Relationship Id="rId3" Type="http://schemas.openxmlformats.org/officeDocument/2006/relationships/hyperlink" Target="https://colab.research.google.com/drive/1Qht-fGL6Qrzt6jNsYCyP79TMS6cfH8_i?usp=sharing" TargetMode="External"/><Relationship Id="rId2" Type="http://schemas.openxmlformats.org/officeDocument/2006/relationships/notesSlide" Target="../notesSlides/notesSlide2.xml"/><Relationship Id="rId1" Type="http://schemas.openxmlformats.org/officeDocument/2006/relationships/slideLayout" Target="../slideLayouts/slideLayout24.xml"/><Relationship Id="rId4" Type="http://schemas.openxmlformats.org/officeDocument/2006/relationships/image" Target="../media/image26.png"/></Relationships>
</file>

<file path=ppt/slides/_rels/slide1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8.xml"/><Relationship Id="rId5" Type="http://schemas.openxmlformats.org/officeDocument/2006/relationships/image" Target="../media/image30.png"/><Relationship Id="rId4" Type="http://schemas.openxmlformats.org/officeDocument/2006/relationships/image" Target="../media/image29.png"/></Relationships>
</file>

<file path=ppt/slides/_rels/slide13.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4.xml"/></Relationships>
</file>

<file path=ppt/slides/_rels/slide14.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FEAEA4-8819-62FE-52D7-5292E12E04EF}"/>
              </a:ext>
            </a:extLst>
          </p:cNvPr>
          <p:cNvSpPr>
            <a:spLocks noGrp="1"/>
          </p:cNvSpPr>
          <p:nvPr>
            <p:ph type="title"/>
          </p:nvPr>
        </p:nvSpPr>
        <p:spPr/>
        <p:txBody>
          <a:bodyPr/>
          <a:lstStyle/>
          <a:p>
            <a:r>
              <a:rPr lang="en-GB" sz="3100" noProof="0">
                <a:solidFill>
                  <a:srgbClr val="0D145C"/>
                </a:solidFill>
              </a:rPr>
              <a:t>FULLY AUTOMATED FLOOD DETECTION: HARNESSING THE POWER OF DEEP LEARNING AND SENTINEL FOR PROCESSING LARGE AMOUNTS OF DATA</a:t>
            </a:r>
          </a:p>
        </p:txBody>
      </p:sp>
      <p:sp>
        <p:nvSpPr>
          <p:cNvPr id="3" name="Text Placeholder 2">
            <a:extLst>
              <a:ext uri="{FF2B5EF4-FFF2-40B4-BE49-F238E27FC236}">
                <a16:creationId xmlns:a16="http://schemas.microsoft.com/office/drawing/2014/main" id="{DCD7609C-B3D1-93CE-BFD9-948C107D0DFA}"/>
              </a:ext>
            </a:extLst>
          </p:cNvPr>
          <p:cNvSpPr>
            <a:spLocks noGrp="1"/>
          </p:cNvSpPr>
          <p:nvPr>
            <p:ph type="body" sz="quarter" idx="10"/>
          </p:nvPr>
        </p:nvSpPr>
        <p:spPr>
          <a:xfrm>
            <a:off x="2204830" y="3403688"/>
            <a:ext cx="7342293" cy="716028"/>
          </a:xfrm>
        </p:spPr>
        <p:txBody>
          <a:bodyPr vert="horz" lIns="91440" tIns="45720" rIns="91440" bIns="45720" rtlCol="0" anchor="t">
            <a:normAutofit fontScale="62500" lnSpcReduction="20000"/>
          </a:bodyPr>
          <a:lstStyle/>
          <a:p>
            <a:r>
              <a:rPr lang="en-GB" b="1" noProof="0">
                <a:solidFill>
                  <a:srgbClr val="0D145C"/>
                </a:solidFill>
              </a:rPr>
              <a:t>Bruno Menini Matosak</a:t>
            </a:r>
            <a:r>
              <a:rPr lang="en-GB" noProof="0">
                <a:solidFill>
                  <a:srgbClr val="0D145C"/>
                </a:solidFill>
              </a:rPr>
              <a:t>, Merve Keskin, Eva-Maria Steinbacher, </a:t>
            </a:r>
          </a:p>
          <a:p>
            <a:r>
              <a:rPr lang="en-GB" noProof="0">
                <a:solidFill>
                  <a:srgbClr val="0D145C"/>
                </a:solidFill>
              </a:rPr>
              <a:t>Leizel de la Cruz, Isabella Tkalec</a:t>
            </a:r>
          </a:p>
        </p:txBody>
      </p:sp>
      <p:sp>
        <p:nvSpPr>
          <p:cNvPr id="4" name="Text Placeholder 3">
            <a:extLst>
              <a:ext uri="{FF2B5EF4-FFF2-40B4-BE49-F238E27FC236}">
                <a16:creationId xmlns:a16="http://schemas.microsoft.com/office/drawing/2014/main" id="{974D17F2-6210-234C-E4A9-1151ED0F6B16}"/>
              </a:ext>
            </a:extLst>
          </p:cNvPr>
          <p:cNvSpPr>
            <a:spLocks noGrp="1"/>
          </p:cNvSpPr>
          <p:nvPr>
            <p:ph type="body" sz="quarter" idx="11"/>
          </p:nvPr>
        </p:nvSpPr>
        <p:spPr/>
        <p:txBody>
          <a:bodyPr/>
          <a:lstStyle/>
          <a:p>
            <a:r>
              <a:rPr lang="en-GB" noProof="0"/>
              <a:t>ACKNOWLEDGEMENT:</a:t>
            </a:r>
          </a:p>
        </p:txBody>
      </p:sp>
      <p:sp>
        <p:nvSpPr>
          <p:cNvPr id="5" name="Text Placeholder 4">
            <a:extLst>
              <a:ext uri="{FF2B5EF4-FFF2-40B4-BE49-F238E27FC236}">
                <a16:creationId xmlns:a16="http://schemas.microsoft.com/office/drawing/2014/main" id="{76127F1D-D490-DB8F-71AB-6FDC80CF302A}"/>
              </a:ext>
            </a:extLst>
          </p:cNvPr>
          <p:cNvSpPr>
            <a:spLocks noGrp="1"/>
          </p:cNvSpPr>
          <p:nvPr>
            <p:ph type="body" sz="quarter" idx="12"/>
          </p:nvPr>
        </p:nvSpPr>
        <p:spPr>
          <a:xfrm>
            <a:off x="5387973" y="5404283"/>
            <a:ext cx="2468001" cy="622825"/>
          </a:xfrm>
        </p:spPr>
        <p:txBody>
          <a:bodyPr>
            <a:normAutofit fontScale="62500" lnSpcReduction="20000"/>
          </a:bodyPr>
          <a:lstStyle/>
          <a:p>
            <a:r>
              <a:rPr lang="en-GB" noProof="0"/>
              <a:t>Content partially created with open-source data and </a:t>
            </a:r>
            <a:r>
              <a:rPr lang="en-GB"/>
              <a:t>code provided by GEOHUM. </a:t>
            </a:r>
            <a:r>
              <a:rPr lang="en-GB">
                <a:hlinkClick r:id="rId2"/>
              </a:rPr>
              <a:t>https://github.com/GEOHUM-PLUS</a:t>
            </a:r>
            <a:r>
              <a:rPr lang="en-GB"/>
              <a:t>  </a:t>
            </a:r>
            <a:endParaRPr lang="en-GB" noProof="0"/>
          </a:p>
        </p:txBody>
      </p:sp>
      <p:pic>
        <p:nvPicPr>
          <p:cNvPr id="9" name="Picture 8" descr="Christian Doppler Labor gEOhum Logo">
            <a:extLst>
              <a:ext uri="{FF2B5EF4-FFF2-40B4-BE49-F238E27FC236}">
                <a16:creationId xmlns:a16="http://schemas.microsoft.com/office/drawing/2014/main" id="{8538FD9D-E8DB-9809-9B4D-189379CA039D}"/>
              </a:ext>
            </a:extLst>
          </p:cNvPr>
          <p:cNvPicPr>
            <a:picLocks noChangeAspect="1"/>
          </p:cNvPicPr>
          <p:nvPr/>
        </p:nvPicPr>
        <p:blipFill>
          <a:blip r:embed="rId3"/>
          <a:stretch>
            <a:fillRect/>
          </a:stretch>
        </p:blipFill>
        <p:spPr>
          <a:xfrm>
            <a:off x="3648869" y="5453412"/>
            <a:ext cx="1657348" cy="573697"/>
          </a:xfrm>
          <a:prstGeom prst="rect">
            <a:avLst/>
          </a:prstGeom>
        </p:spPr>
      </p:pic>
    </p:spTree>
    <p:extLst>
      <p:ext uri="{BB962C8B-B14F-4D97-AF65-F5344CB8AC3E}">
        <p14:creationId xmlns:p14="http://schemas.microsoft.com/office/powerpoint/2010/main" val="11792580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913E2FD-E266-646E-3405-E8D27127992E}"/>
              </a:ext>
            </a:extLst>
          </p:cNvPr>
          <p:cNvSpPr>
            <a:spLocks noGrp="1"/>
          </p:cNvSpPr>
          <p:nvPr>
            <p:ph type="title"/>
          </p:nvPr>
        </p:nvSpPr>
        <p:spPr/>
        <p:txBody>
          <a:bodyPr>
            <a:normAutofit fontScale="90000"/>
          </a:bodyPr>
          <a:lstStyle/>
          <a:p>
            <a:r>
              <a:rPr lang="en-GB">
                <a:solidFill>
                  <a:srgbClr val="0D145C"/>
                </a:solidFill>
              </a:rPr>
              <a:t>Motivation</a:t>
            </a:r>
          </a:p>
        </p:txBody>
      </p:sp>
      <p:sp>
        <p:nvSpPr>
          <p:cNvPr id="7" name="Text Placeholder 6">
            <a:extLst>
              <a:ext uri="{FF2B5EF4-FFF2-40B4-BE49-F238E27FC236}">
                <a16:creationId xmlns:a16="http://schemas.microsoft.com/office/drawing/2014/main" id="{BE637B28-A3AA-6930-903A-BC2AC36AD70A}"/>
              </a:ext>
            </a:extLst>
          </p:cNvPr>
          <p:cNvSpPr>
            <a:spLocks noGrp="1"/>
          </p:cNvSpPr>
          <p:nvPr>
            <p:ph type="body" sz="quarter" idx="11"/>
          </p:nvPr>
        </p:nvSpPr>
        <p:spPr>
          <a:xfrm>
            <a:off x="840639" y="1529430"/>
            <a:ext cx="6169762" cy="4253228"/>
          </a:xfrm>
        </p:spPr>
        <p:txBody>
          <a:bodyPr>
            <a:normAutofit fontScale="92500" lnSpcReduction="10000"/>
          </a:bodyPr>
          <a:lstStyle/>
          <a:p>
            <a:pPr marL="285750" indent="-285750">
              <a:buFont typeface="Arial" panose="020B0604020202020204" pitchFamily="34" charset="0"/>
              <a:buChar char="•"/>
            </a:pPr>
            <a:r>
              <a:rPr lang="en-GB" sz="2400">
                <a:solidFill>
                  <a:srgbClr val="171717"/>
                </a:solidFill>
              </a:rPr>
              <a:t>Floods can be very dangerous</a:t>
            </a:r>
          </a:p>
          <a:p>
            <a:pPr marL="742950" lvl="1" indent="-285750">
              <a:buFont typeface="Arial" panose="020B0604020202020204" pitchFamily="34" charset="0"/>
              <a:buChar char="•"/>
            </a:pPr>
            <a:r>
              <a:rPr lang="en-GB">
                <a:solidFill>
                  <a:srgbClr val="171717"/>
                </a:solidFill>
              </a:rPr>
              <a:t>Human displacement</a:t>
            </a:r>
          </a:p>
          <a:p>
            <a:pPr marL="742950" lvl="1" indent="-285750">
              <a:buFont typeface="Arial" panose="020B0604020202020204" pitchFamily="34" charset="0"/>
              <a:buChar char="•"/>
            </a:pPr>
            <a:r>
              <a:rPr lang="en-GB">
                <a:solidFill>
                  <a:srgbClr val="171717"/>
                </a:solidFill>
              </a:rPr>
              <a:t>Loss of life</a:t>
            </a:r>
          </a:p>
          <a:p>
            <a:pPr marL="742950" lvl="1" indent="-285750">
              <a:buFont typeface="Arial" panose="020B0604020202020204" pitchFamily="34" charset="0"/>
              <a:buChar char="•"/>
            </a:pPr>
            <a:r>
              <a:rPr lang="en-GB">
                <a:solidFill>
                  <a:srgbClr val="171717"/>
                </a:solidFill>
              </a:rPr>
              <a:t>Damage properties</a:t>
            </a:r>
          </a:p>
          <a:p>
            <a:pPr marL="285750" indent="-285750">
              <a:buFont typeface="Arial" panose="020B0604020202020204" pitchFamily="34" charset="0"/>
              <a:buChar char="•"/>
            </a:pPr>
            <a:r>
              <a:rPr lang="en-GB" sz="2400">
                <a:solidFill>
                  <a:srgbClr val="171717"/>
                </a:solidFill>
              </a:rPr>
              <a:t>Due to climate change floods are becoming…</a:t>
            </a:r>
          </a:p>
          <a:p>
            <a:pPr marL="742950" lvl="1" indent="-285750">
              <a:buFont typeface="Arial" panose="020B0604020202020204" pitchFamily="34" charset="0"/>
              <a:buChar char="•"/>
            </a:pPr>
            <a:r>
              <a:rPr lang="en-GB">
                <a:solidFill>
                  <a:srgbClr val="171717"/>
                </a:solidFill>
              </a:rPr>
              <a:t>… more frequent</a:t>
            </a:r>
          </a:p>
          <a:p>
            <a:pPr marL="742950" lvl="1" indent="-285750">
              <a:buFont typeface="Arial" panose="020B0604020202020204" pitchFamily="34" charset="0"/>
              <a:buChar char="•"/>
            </a:pPr>
            <a:r>
              <a:rPr lang="en-GB">
                <a:solidFill>
                  <a:srgbClr val="171717"/>
                </a:solidFill>
              </a:rPr>
              <a:t>… harder to predict</a:t>
            </a:r>
          </a:p>
          <a:p>
            <a:pPr marL="285750" indent="-285750">
              <a:buFont typeface="Arial" panose="020B0604020202020204" pitchFamily="34" charset="0"/>
              <a:buChar char="•"/>
            </a:pPr>
            <a:r>
              <a:rPr lang="en-GB" sz="2400">
                <a:solidFill>
                  <a:srgbClr val="171717"/>
                </a:solidFill>
              </a:rPr>
              <a:t>Approximately 1.47 billion people are at high risk of severe flooding</a:t>
            </a:r>
            <a:r>
              <a:rPr lang="en-GB" sz="2400" baseline="30000">
                <a:solidFill>
                  <a:srgbClr val="171717"/>
                </a:solidFill>
              </a:rPr>
              <a:t>1</a:t>
            </a:r>
          </a:p>
          <a:p>
            <a:pPr marL="742950" lvl="1" indent="-285750">
              <a:buFont typeface="Arial" panose="020B0604020202020204" pitchFamily="34" charset="0"/>
              <a:buChar char="•"/>
            </a:pPr>
            <a:r>
              <a:rPr lang="en-GB">
                <a:solidFill>
                  <a:srgbClr val="171717"/>
                </a:solidFill>
              </a:rPr>
              <a:t>89% live in low- and middle-income countries</a:t>
            </a:r>
            <a:endParaRPr lang="en-GB" sz="2400">
              <a:solidFill>
                <a:srgbClr val="171717"/>
              </a:solidFill>
            </a:endParaRPr>
          </a:p>
          <a:p>
            <a:endParaRPr lang="en-GB">
              <a:solidFill>
                <a:srgbClr val="171717"/>
              </a:solidFill>
            </a:endParaRPr>
          </a:p>
        </p:txBody>
      </p:sp>
      <p:pic>
        <p:nvPicPr>
          <p:cNvPr id="2" name="Picture 1" descr="A flooded area with houses and trees&#10;&#10;AI-generated content may be incorrect.">
            <a:extLst>
              <a:ext uri="{FF2B5EF4-FFF2-40B4-BE49-F238E27FC236}">
                <a16:creationId xmlns:a16="http://schemas.microsoft.com/office/drawing/2014/main" id="{79326C9B-A859-64A2-4B81-3E55A7D2541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21494" y="287990"/>
            <a:ext cx="3310504" cy="2482879"/>
          </a:xfrm>
          <a:prstGeom prst="rect">
            <a:avLst/>
          </a:prstGeom>
        </p:spPr>
      </p:pic>
      <p:pic>
        <p:nvPicPr>
          <p:cNvPr id="3" name="Picture 2" descr="A person walking through a slum&#10;&#10;AI-generated content may be incorrect.">
            <a:extLst>
              <a:ext uri="{FF2B5EF4-FFF2-40B4-BE49-F238E27FC236}">
                <a16:creationId xmlns:a16="http://schemas.microsoft.com/office/drawing/2014/main" id="{481E33AD-D4BA-1E45-E4E3-60EB44890D5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75337" y="2890683"/>
            <a:ext cx="4142645" cy="2753133"/>
          </a:xfrm>
          <a:prstGeom prst="rect">
            <a:avLst/>
          </a:prstGeom>
        </p:spPr>
      </p:pic>
      <p:sp>
        <p:nvSpPr>
          <p:cNvPr id="10" name="TextBox 9">
            <a:extLst>
              <a:ext uri="{FF2B5EF4-FFF2-40B4-BE49-F238E27FC236}">
                <a16:creationId xmlns:a16="http://schemas.microsoft.com/office/drawing/2014/main" id="{07D4284C-1CB1-8346-DE1C-59C54821D1E9}"/>
              </a:ext>
            </a:extLst>
          </p:cNvPr>
          <p:cNvSpPr txBox="1"/>
          <p:nvPr/>
        </p:nvSpPr>
        <p:spPr>
          <a:xfrm>
            <a:off x="589937" y="5643816"/>
            <a:ext cx="4945624" cy="461665"/>
          </a:xfrm>
          <a:prstGeom prst="rect">
            <a:avLst/>
          </a:prstGeom>
          <a:noFill/>
        </p:spPr>
        <p:txBody>
          <a:bodyPr wrap="square">
            <a:spAutoFit/>
          </a:bodyPr>
          <a:lstStyle/>
          <a:p>
            <a:pPr>
              <a:spcAft>
                <a:spcPts val="1200"/>
              </a:spcAft>
            </a:pPr>
            <a:r>
              <a:rPr lang="en-GB" sz="1200" baseline="30000">
                <a:solidFill>
                  <a:srgbClr val="171717"/>
                </a:solidFill>
                <a:latin typeface="Poppins" pitchFamily="2" charset="77"/>
                <a:cs typeface="Poppins" pitchFamily="2" charset="77"/>
              </a:rPr>
              <a:t>1</a:t>
            </a:r>
            <a:r>
              <a:rPr lang="en-GB" sz="1200">
                <a:solidFill>
                  <a:srgbClr val="171717"/>
                </a:solidFill>
                <a:latin typeface="Poppins" pitchFamily="2" charset="77"/>
                <a:cs typeface="Poppins" pitchFamily="2" charset="77"/>
              </a:rPr>
              <a:t>Rentschler and Salhab. </a:t>
            </a:r>
            <a:r>
              <a:rPr lang="en-GB" sz="1200" i="1">
                <a:solidFill>
                  <a:srgbClr val="171717"/>
                </a:solidFill>
                <a:latin typeface="Poppins" pitchFamily="2" charset="77"/>
                <a:cs typeface="Poppins" pitchFamily="2" charset="77"/>
              </a:rPr>
              <a:t>People in Harm’s Way : Flood Exposure and Poverty in 189 Countries.</a:t>
            </a:r>
            <a:r>
              <a:rPr lang="en-GB" sz="1200">
                <a:solidFill>
                  <a:srgbClr val="171717"/>
                </a:solidFill>
                <a:latin typeface="Poppins" pitchFamily="2" charset="77"/>
                <a:cs typeface="Poppins" pitchFamily="2" charset="77"/>
              </a:rPr>
              <a:t> 2020.</a:t>
            </a:r>
          </a:p>
        </p:txBody>
      </p:sp>
      <p:sp>
        <p:nvSpPr>
          <p:cNvPr id="12" name="TextBox 11">
            <a:extLst>
              <a:ext uri="{FF2B5EF4-FFF2-40B4-BE49-F238E27FC236}">
                <a16:creationId xmlns:a16="http://schemas.microsoft.com/office/drawing/2014/main" id="{34791134-FC26-0B16-2582-9883FCFF106B}"/>
              </a:ext>
            </a:extLst>
          </p:cNvPr>
          <p:cNvSpPr txBox="1"/>
          <p:nvPr/>
        </p:nvSpPr>
        <p:spPr>
          <a:xfrm>
            <a:off x="7691398" y="5716228"/>
            <a:ext cx="3786614" cy="276999"/>
          </a:xfrm>
          <a:prstGeom prst="rect">
            <a:avLst/>
          </a:prstGeom>
          <a:noFill/>
        </p:spPr>
        <p:txBody>
          <a:bodyPr wrap="none" rtlCol="0">
            <a:spAutoFit/>
          </a:bodyPr>
          <a:lstStyle/>
          <a:p>
            <a:r>
              <a:rPr lang="en-GB" sz="1200" dirty="0">
                <a:solidFill>
                  <a:srgbClr val="171717"/>
                </a:solidFill>
                <a:latin typeface="Poppins" pitchFamily="2" charset="77"/>
                <a:cs typeface="Poppins" pitchFamily="2" charset="77"/>
              </a:rPr>
              <a:t>Images Source: Doctors Without Borders (MSF)</a:t>
            </a:r>
          </a:p>
        </p:txBody>
      </p:sp>
    </p:spTree>
    <p:extLst>
      <p:ext uri="{BB962C8B-B14F-4D97-AF65-F5344CB8AC3E}">
        <p14:creationId xmlns:p14="http://schemas.microsoft.com/office/powerpoint/2010/main" val="10783948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FF4535E-FBB7-6D0F-826D-24C73E3650CE}"/>
              </a:ext>
            </a:extLst>
          </p:cNvPr>
          <p:cNvPicPr>
            <a:picLocks noChangeAspect="1"/>
          </p:cNvPicPr>
          <p:nvPr/>
        </p:nvPicPr>
        <p:blipFill>
          <a:blip r:embed="rId3"/>
          <a:srcRect l="-1" t="2099" r="-1" b="910"/>
          <a:stretch>
            <a:fillRect/>
          </a:stretch>
        </p:blipFill>
        <p:spPr>
          <a:xfrm>
            <a:off x="0" y="0"/>
            <a:ext cx="12191999" cy="6858000"/>
          </a:xfrm>
          <a:prstGeom prst="rect">
            <a:avLst/>
          </a:prstGeom>
        </p:spPr>
      </p:pic>
      <p:pic>
        <p:nvPicPr>
          <p:cNvPr id="5" name="Picture 4">
            <a:extLst>
              <a:ext uri="{FF2B5EF4-FFF2-40B4-BE49-F238E27FC236}">
                <a16:creationId xmlns:a16="http://schemas.microsoft.com/office/drawing/2014/main" id="{1E59BF6A-ED8A-871C-AEBF-C4842D50753C}"/>
              </a:ext>
            </a:extLst>
          </p:cNvPr>
          <p:cNvPicPr>
            <a:picLocks noChangeAspect="1"/>
          </p:cNvPicPr>
          <p:nvPr/>
        </p:nvPicPr>
        <p:blipFill>
          <a:blip r:embed="rId4"/>
          <a:srcRect l="-1" t="2099" r="-1" b="910"/>
          <a:stretch>
            <a:fillRect/>
          </a:stretch>
        </p:blipFill>
        <p:spPr>
          <a:xfrm>
            <a:off x="-1" y="0"/>
            <a:ext cx="12191999" cy="6858001"/>
          </a:xfrm>
          <a:prstGeom prst="rect">
            <a:avLst/>
          </a:prstGeom>
        </p:spPr>
      </p:pic>
      <p:sp>
        <p:nvSpPr>
          <p:cNvPr id="3" name="Rectangle 2">
            <a:extLst>
              <a:ext uri="{FF2B5EF4-FFF2-40B4-BE49-F238E27FC236}">
                <a16:creationId xmlns:a16="http://schemas.microsoft.com/office/drawing/2014/main" id="{04C5143F-33DD-D2FD-CCF6-34B8E0606B12}"/>
              </a:ext>
            </a:extLst>
          </p:cNvPr>
          <p:cNvSpPr/>
          <p:nvPr/>
        </p:nvSpPr>
        <p:spPr>
          <a:xfrm>
            <a:off x="10550012" y="6410634"/>
            <a:ext cx="1564851" cy="36379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rgbClr val="0D145C"/>
                </a:solidFill>
                <a:latin typeface="Poppins" pitchFamily="2" charset="77"/>
                <a:cs typeface="Poppins" pitchFamily="2" charset="77"/>
              </a:rPr>
              <a:t>Source: INPE</a:t>
            </a:r>
          </a:p>
        </p:txBody>
      </p:sp>
    </p:spTree>
    <p:extLst>
      <p:ext uri="{BB962C8B-B14F-4D97-AF65-F5344CB8AC3E}">
        <p14:creationId xmlns:p14="http://schemas.microsoft.com/office/powerpoint/2010/main" val="40550251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479E4DB-2E92-2CEC-4280-C229E41C3F6D}"/>
              </a:ext>
            </a:extLst>
          </p:cNvPr>
          <p:cNvSpPr>
            <a:spLocks noGrp="1"/>
          </p:cNvSpPr>
          <p:nvPr>
            <p:ph type="title"/>
          </p:nvPr>
        </p:nvSpPr>
        <p:spPr/>
        <p:txBody>
          <a:bodyPr/>
          <a:lstStyle/>
          <a:p>
            <a:r>
              <a:rPr lang="en-GB"/>
              <a:t>LEARNING OBJECTIVES</a:t>
            </a:r>
          </a:p>
        </p:txBody>
      </p:sp>
      <p:sp>
        <p:nvSpPr>
          <p:cNvPr id="7" name="Picture Placeholder 6">
            <a:extLst>
              <a:ext uri="{FF2B5EF4-FFF2-40B4-BE49-F238E27FC236}">
                <a16:creationId xmlns:a16="http://schemas.microsoft.com/office/drawing/2014/main" id="{E6C9905C-F317-A23B-80A9-114169078800}"/>
              </a:ext>
            </a:extLst>
          </p:cNvPr>
          <p:cNvSpPr>
            <a:spLocks noGrp="1"/>
          </p:cNvSpPr>
          <p:nvPr>
            <p:ph type="pic" idx="1"/>
          </p:nvPr>
        </p:nvSpPr>
        <p:spPr>
          <a:xfrm>
            <a:off x="5183188" y="2049462"/>
            <a:ext cx="6172200" cy="3811588"/>
          </a:xfrm>
        </p:spPr>
        <p:txBody>
          <a:bodyPr/>
          <a:lstStyle/>
          <a:p>
            <a:pPr marL="457200" indent="-457200">
              <a:buFont typeface="Arial" panose="020B0604020202020204" pitchFamily="34" charset="0"/>
              <a:buChar char="•"/>
            </a:pPr>
            <a:r>
              <a:rPr lang="en-GB" dirty="0">
                <a:latin typeface="Poppins"/>
                <a:cs typeface="Poppins"/>
              </a:rPr>
              <a:t>Learn how to use STAC to automatically retrieve satellite data</a:t>
            </a:r>
          </a:p>
          <a:p>
            <a:endParaRPr lang="en-GB" dirty="0"/>
          </a:p>
          <a:p>
            <a:pPr marL="457200" indent="-457200">
              <a:buFont typeface="Arial" panose="020B0604020202020204" pitchFamily="34" charset="0"/>
              <a:buChar char="•"/>
            </a:pPr>
            <a:r>
              <a:rPr lang="en-GB" dirty="0">
                <a:latin typeface="Poppins"/>
                <a:cs typeface="Poppins"/>
              </a:rPr>
              <a:t>Apply a Deep Learning model to Map Floods</a:t>
            </a:r>
          </a:p>
          <a:p>
            <a:pPr marL="457200" indent="-457200">
              <a:buFont typeface="Arial" panose="020B0604020202020204" pitchFamily="34" charset="0"/>
              <a:buChar char="•"/>
            </a:pPr>
            <a:endParaRPr lang="en-GB" dirty="0"/>
          </a:p>
        </p:txBody>
      </p:sp>
      <p:sp>
        <p:nvSpPr>
          <p:cNvPr id="8" name="Text Placeholder 7">
            <a:extLst>
              <a:ext uri="{FF2B5EF4-FFF2-40B4-BE49-F238E27FC236}">
                <a16:creationId xmlns:a16="http://schemas.microsoft.com/office/drawing/2014/main" id="{4F22E221-BB33-2B50-7DFA-C778140D658D}"/>
              </a:ext>
            </a:extLst>
          </p:cNvPr>
          <p:cNvSpPr>
            <a:spLocks noGrp="1"/>
          </p:cNvSpPr>
          <p:nvPr>
            <p:ph type="body" sz="half" idx="2"/>
          </p:nvPr>
        </p:nvSpPr>
        <p:spPr/>
        <p:txBody>
          <a:bodyPr/>
          <a:lstStyle/>
          <a:p>
            <a:r>
              <a:rPr lang="en-GB" dirty="0"/>
              <a:t>Today we are going to use Google </a:t>
            </a:r>
            <a:r>
              <a:rPr lang="en-GB" dirty="0" err="1"/>
              <a:t>Colab</a:t>
            </a:r>
            <a:r>
              <a:rPr lang="en-GB" dirty="0"/>
              <a:t> to…</a:t>
            </a:r>
          </a:p>
        </p:txBody>
      </p:sp>
    </p:spTree>
    <p:extLst>
      <p:ext uri="{BB962C8B-B14F-4D97-AF65-F5344CB8AC3E}">
        <p14:creationId xmlns:p14="http://schemas.microsoft.com/office/powerpoint/2010/main" val="5021242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913E2FD-E266-646E-3405-E8D27127992E}"/>
              </a:ext>
            </a:extLst>
          </p:cNvPr>
          <p:cNvSpPr>
            <a:spLocks noGrp="1"/>
          </p:cNvSpPr>
          <p:nvPr>
            <p:ph type="title"/>
          </p:nvPr>
        </p:nvSpPr>
        <p:spPr>
          <a:xfrm>
            <a:off x="838201" y="845208"/>
            <a:ext cx="7332406" cy="684222"/>
          </a:xfrm>
        </p:spPr>
        <p:txBody>
          <a:bodyPr>
            <a:normAutofit fontScale="90000"/>
          </a:bodyPr>
          <a:lstStyle/>
          <a:p>
            <a:r>
              <a:rPr lang="en-GB" noProof="0">
                <a:solidFill>
                  <a:srgbClr val="0D145C"/>
                </a:solidFill>
              </a:rPr>
              <a:t>Why automating is necessary?</a:t>
            </a:r>
          </a:p>
        </p:txBody>
      </p:sp>
      <p:sp>
        <p:nvSpPr>
          <p:cNvPr id="7" name="Text Placeholder 6">
            <a:extLst>
              <a:ext uri="{FF2B5EF4-FFF2-40B4-BE49-F238E27FC236}">
                <a16:creationId xmlns:a16="http://schemas.microsoft.com/office/drawing/2014/main" id="{BE637B28-A3AA-6930-903A-BC2AC36AD70A}"/>
              </a:ext>
            </a:extLst>
          </p:cNvPr>
          <p:cNvSpPr>
            <a:spLocks noGrp="1"/>
          </p:cNvSpPr>
          <p:nvPr>
            <p:ph type="body" sz="quarter" idx="11"/>
          </p:nvPr>
        </p:nvSpPr>
        <p:spPr>
          <a:xfrm>
            <a:off x="840639" y="2151216"/>
            <a:ext cx="6179286" cy="3861576"/>
          </a:xfrm>
        </p:spPr>
        <p:txBody>
          <a:bodyPr>
            <a:normAutofit/>
          </a:bodyPr>
          <a:lstStyle/>
          <a:p>
            <a:pPr marL="285750" indent="-285750">
              <a:buFont typeface="Arial" panose="020B0604020202020204" pitchFamily="34" charset="0"/>
              <a:buChar char="•"/>
            </a:pPr>
            <a:r>
              <a:rPr lang="en-GB" sz="2400" noProof="0" dirty="0">
                <a:solidFill>
                  <a:srgbClr val="171717"/>
                </a:solidFill>
              </a:rPr>
              <a:t>Each Sentinel-2 tile is commonly more than 5GB</a:t>
            </a:r>
          </a:p>
          <a:p>
            <a:pPr marL="285750" indent="-285750">
              <a:buFont typeface="Arial" panose="020B0604020202020204" pitchFamily="34" charset="0"/>
              <a:buChar char="•"/>
            </a:pPr>
            <a:r>
              <a:rPr lang="en-GB" sz="2400" noProof="0" dirty="0">
                <a:solidFill>
                  <a:srgbClr val="171717"/>
                </a:solidFill>
              </a:rPr>
              <a:t>AOIs in borders need multiple tiles</a:t>
            </a:r>
          </a:p>
          <a:p>
            <a:pPr marL="800100" lvl="1" indent="-342900">
              <a:buFont typeface="Arial" panose="020B0604020202020204" pitchFamily="34" charset="0"/>
              <a:buChar char="•"/>
            </a:pPr>
            <a:r>
              <a:rPr lang="en-GB" sz="1900" noProof="0" dirty="0">
                <a:solidFill>
                  <a:srgbClr val="171717"/>
                </a:solidFill>
              </a:rPr>
              <a:t>But we don’t need everything, only our AOI…</a:t>
            </a:r>
          </a:p>
          <a:p>
            <a:pPr marL="285750" indent="-285750">
              <a:buFont typeface="Arial" panose="020B0604020202020204" pitchFamily="34" charset="0"/>
              <a:buChar char="•"/>
            </a:pPr>
            <a:r>
              <a:rPr lang="en-GB" sz="2400" noProof="0" dirty="0">
                <a:solidFill>
                  <a:srgbClr val="171717"/>
                </a:solidFill>
              </a:rPr>
              <a:t>Manually downloading data </a:t>
            </a:r>
            <a:r>
              <a:rPr lang="en-GB" sz="2400" dirty="0">
                <a:solidFill>
                  <a:srgbClr val="171717"/>
                </a:solidFill>
              </a:rPr>
              <a:t>may be d</a:t>
            </a:r>
            <a:r>
              <a:rPr lang="en-GB" sz="2400" noProof="0" dirty="0" err="1">
                <a:solidFill>
                  <a:srgbClr val="171717"/>
                </a:solidFill>
              </a:rPr>
              <a:t>oable</a:t>
            </a:r>
            <a:r>
              <a:rPr lang="en-GB" sz="2400" noProof="0" dirty="0">
                <a:solidFill>
                  <a:srgbClr val="171717"/>
                </a:solidFill>
              </a:rPr>
              <a:t> for one flood event, but what about 2, 4, 25 flood events?</a:t>
            </a:r>
          </a:p>
          <a:p>
            <a:pPr marL="800100" lvl="1" indent="-342900">
              <a:buFont typeface="Arial" panose="020B0604020202020204" pitchFamily="34" charset="0"/>
              <a:buChar char="•"/>
            </a:pPr>
            <a:r>
              <a:rPr lang="en-GB" sz="1900" noProof="0" dirty="0">
                <a:solidFill>
                  <a:srgbClr val="171717"/>
                </a:solidFill>
              </a:rPr>
              <a:t>And for longer term flood risk estimation?</a:t>
            </a:r>
          </a:p>
          <a:p>
            <a:pPr marL="800100" lvl="1" indent="-342900">
              <a:buFont typeface="Arial" panose="020B0604020202020204" pitchFamily="34" charset="0"/>
              <a:buChar char="•"/>
            </a:pPr>
            <a:r>
              <a:rPr lang="en-GB" sz="1900" noProof="0" dirty="0">
                <a:solidFill>
                  <a:srgbClr val="171717"/>
                </a:solidFill>
              </a:rPr>
              <a:t>Continuous monitoring?</a:t>
            </a:r>
          </a:p>
        </p:txBody>
      </p:sp>
      <p:pic>
        <p:nvPicPr>
          <p:cNvPr id="2" name="Picture 1">
            <a:extLst>
              <a:ext uri="{FF2B5EF4-FFF2-40B4-BE49-F238E27FC236}">
                <a16:creationId xmlns:a16="http://schemas.microsoft.com/office/drawing/2014/main" id="{58364E70-1764-B22E-4150-80FA37588C5C}"/>
              </a:ext>
            </a:extLst>
          </p:cNvPr>
          <p:cNvPicPr>
            <a:picLocks noChangeAspect="1"/>
          </p:cNvPicPr>
          <p:nvPr/>
        </p:nvPicPr>
        <p:blipFill>
          <a:blip r:embed="rId2"/>
          <a:stretch>
            <a:fillRect/>
          </a:stretch>
        </p:blipFill>
        <p:spPr>
          <a:xfrm>
            <a:off x="7576237" y="3032142"/>
            <a:ext cx="3625255" cy="2612016"/>
          </a:xfrm>
          <a:prstGeom prst="rect">
            <a:avLst/>
          </a:prstGeom>
        </p:spPr>
      </p:pic>
      <p:pic>
        <p:nvPicPr>
          <p:cNvPr id="3" name="Picture 2">
            <a:extLst>
              <a:ext uri="{FF2B5EF4-FFF2-40B4-BE49-F238E27FC236}">
                <a16:creationId xmlns:a16="http://schemas.microsoft.com/office/drawing/2014/main" id="{F4E666DF-87B0-C27E-3160-FF37541AB468}"/>
              </a:ext>
            </a:extLst>
          </p:cNvPr>
          <p:cNvPicPr>
            <a:picLocks noChangeAspect="1"/>
          </p:cNvPicPr>
          <p:nvPr/>
        </p:nvPicPr>
        <p:blipFill>
          <a:blip r:embed="rId3"/>
          <a:stretch>
            <a:fillRect/>
          </a:stretch>
        </p:blipFill>
        <p:spPr>
          <a:xfrm>
            <a:off x="7576238" y="347121"/>
            <a:ext cx="3625255" cy="2612016"/>
          </a:xfrm>
          <a:prstGeom prst="rect">
            <a:avLst/>
          </a:prstGeom>
        </p:spPr>
      </p:pic>
      <p:sp>
        <p:nvSpPr>
          <p:cNvPr id="4" name="TextBox 3">
            <a:extLst>
              <a:ext uri="{FF2B5EF4-FFF2-40B4-BE49-F238E27FC236}">
                <a16:creationId xmlns:a16="http://schemas.microsoft.com/office/drawing/2014/main" id="{C08CDB44-99D7-7F52-9E18-E34BE9DAC186}"/>
              </a:ext>
            </a:extLst>
          </p:cNvPr>
          <p:cNvSpPr txBox="1"/>
          <p:nvPr/>
        </p:nvSpPr>
        <p:spPr>
          <a:xfrm>
            <a:off x="7576238" y="5644158"/>
            <a:ext cx="2327881" cy="276999"/>
          </a:xfrm>
          <a:prstGeom prst="rect">
            <a:avLst/>
          </a:prstGeom>
          <a:noFill/>
        </p:spPr>
        <p:txBody>
          <a:bodyPr wrap="none" rtlCol="0">
            <a:spAutoFit/>
          </a:bodyPr>
          <a:lstStyle/>
          <a:p>
            <a:r>
              <a:rPr lang="en-GB" sz="1200">
                <a:latin typeface="Poppins" pitchFamily="2" charset="77"/>
                <a:cs typeface="Poppins" pitchFamily="2" charset="77"/>
              </a:rPr>
              <a:t>Images Source: Copernicus.</a:t>
            </a:r>
          </a:p>
        </p:txBody>
      </p:sp>
    </p:spTree>
    <p:extLst>
      <p:ext uri="{BB962C8B-B14F-4D97-AF65-F5344CB8AC3E}">
        <p14:creationId xmlns:p14="http://schemas.microsoft.com/office/powerpoint/2010/main" val="27180922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913E2FD-E266-646E-3405-E8D27127992E}"/>
              </a:ext>
            </a:extLst>
          </p:cNvPr>
          <p:cNvSpPr>
            <a:spLocks noGrp="1"/>
          </p:cNvSpPr>
          <p:nvPr>
            <p:ph type="title"/>
          </p:nvPr>
        </p:nvSpPr>
        <p:spPr/>
        <p:txBody>
          <a:bodyPr>
            <a:normAutofit fontScale="90000"/>
          </a:bodyPr>
          <a:lstStyle/>
          <a:p>
            <a:r>
              <a:rPr lang="en-GB">
                <a:solidFill>
                  <a:srgbClr val="0D145C"/>
                </a:solidFill>
              </a:rPr>
              <a:t>What is the STAC API?</a:t>
            </a:r>
          </a:p>
        </p:txBody>
      </p:sp>
      <p:sp>
        <p:nvSpPr>
          <p:cNvPr id="7" name="Text Placeholder 6">
            <a:extLst>
              <a:ext uri="{FF2B5EF4-FFF2-40B4-BE49-F238E27FC236}">
                <a16:creationId xmlns:a16="http://schemas.microsoft.com/office/drawing/2014/main" id="{BE637B28-A3AA-6930-903A-BC2AC36AD70A}"/>
              </a:ext>
            </a:extLst>
          </p:cNvPr>
          <p:cNvSpPr>
            <a:spLocks noGrp="1"/>
          </p:cNvSpPr>
          <p:nvPr>
            <p:ph type="body" sz="quarter" idx="11"/>
          </p:nvPr>
        </p:nvSpPr>
        <p:spPr>
          <a:xfrm>
            <a:off x="840638" y="1701704"/>
            <a:ext cx="6012446" cy="4311087"/>
          </a:xfrm>
        </p:spPr>
        <p:txBody>
          <a:bodyPr>
            <a:normAutofit/>
          </a:bodyPr>
          <a:lstStyle/>
          <a:p>
            <a:pPr marL="285750" indent="-285750">
              <a:spcAft>
                <a:spcPts val="1200"/>
              </a:spcAft>
              <a:buFont typeface="Arial" panose="020B0604020202020204" pitchFamily="34" charset="0"/>
              <a:buChar char="•"/>
            </a:pPr>
            <a:r>
              <a:rPr lang="en-GB" sz="2400">
                <a:solidFill>
                  <a:srgbClr val="171717"/>
                </a:solidFill>
              </a:rPr>
              <a:t>STAC is a standard and a community of collaborators working to enable increased access to information about our planet.</a:t>
            </a:r>
          </a:p>
          <a:p>
            <a:pPr marL="285750" indent="-285750">
              <a:spcAft>
                <a:spcPts val="1200"/>
              </a:spcAft>
              <a:buFont typeface="Arial" panose="020B0604020202020204" pitchFamily="34" charset="0"/>
              <a:buChar char="•"/>
            </a:pPr>
            <a:r>
              <a:rPr lang="en-GB" sz="2400">
                <a:solidFill>
                  <a:srgbClr val="171717"/>
                </a:solidFill>
              </a:rPr>
              <a:t>Focus on making it as easy as possible for data providers to expose their data to the world.</a:t>
            </a:r>
          </a:p>
          <a:p>
            <a:pPr marL="285750" indent="-285750">
              <a:spcAft>
                <a:spcPts val="1200"/>
              </a:spcAft>
              <a:buFont typeface="Arial" panose="020B0604020202020204" pitchFamily="34" charset="0"/>
              <a:buChar char="•"/>
            </a:pPr>
            <a:r>
              <a:rPr lang="en-GB" sz="2400">
                <a:solidFill>
                  <a:srgbClr val="171717"/>
                </a:solidFill>
              </a:rPr>
              <a:t>Great applications for geospatial raster data.</a:t>
            </a:r>
          </a:p>
        </p:txBody>
      </p:sp>
      <p:pic>
        <p:nvPicPr>
          <p:cNvPr id="2" name="Picture 1">
            <a:extLst>
              <a:ext uri="{FF2B5EF4-FFF2-40B4-BE49-F238E27FC236}">
                <a16:creationId xmlns:a16="http://schemas.microsoft.com/office/drawing/2014/main" id="{8A9E0670-D122-B015-3E8B-10B7EDA9149F}"/>
              </a:ext>
            </a:extLst>
          </p:cNvPr>
          <p:cNvPicPr>
            <a:picLocks noChangeAspect="1"/>
          </p:cNvPicPr>
          <p:nvPr/>
        </p:nvPicPr>
        <p:blipFill>
          <a:blip r:embed="rId2"/>
          <a:stretch>
            <a:fillRect/>
          </a:stretch>
        </p:blipFill>
        <p:spPr>
          <a:xfrm>
            <a:off x="6172486" y="565722"/>
            <a:ext cx="1349191" cy="963708"/>
          </a:xfrm>
          <a:prstGeom prst="rect">
            <a:avLst/>
          </a:prstGeom>
        </p:spPr>
      </p:pic>
      <p:pic>
        <p:nvPicPr>
          <p:cNvPr id="3" name="Picture 2">
            <a:extLst>
              <a:ext uri="{FF2B5EF4-FFF2-40B4-BE49-F238E27FC236}">
                <a16:creationId xmlns:a16="http://schemas.microsoft.com/office/drawing/2014/main" id="{35996A15-7CB7-8D77-7EE4-FB4DA7BCFA83}"/>
              </a:ext>
            </a:extLst>
          </p:cNvPr>
          <p:cNvPicPr>
            <a:picLocks noChangeAspect="1"/>
          </p:cNvPicPr>
          <p:nvPr/>
        </p:nvPicPr>
        <p:blipFill>
          <a:blip r:embed="rId3"/>
          <a:stretch>
            <a:fillRect/>
          </a:stretch>
        </p:blipFill>
        <p:spPr>
          <a:xfrm>
            <a:off x="7217266" y="2879873"/>
            <a:ext cx="2547088" cy="748207"/>
          </a:xfrm>
          <a:prstGeom prst="rect">
            <a:avLst/>
          </a:prstGeom>
        </p:spPr>
      </p:pic>
      <p:pic>
        <p:nvPicPr>
          <p:cNvPr id="4" name="Picture 3">
            <a:extLst>
              <a:ext uri="{FF2B5EF4-FFF2-40B4-BE49-F238E27FC236}">
                <a16:creationId xmlns:a16="http://schemas.microsoft.com/office/drawing/2014/main" id="{2EEF54E4-4A0C-D9FE-39BD-C102839C3C4B}"/>
              </a:ext>
            </a:extLst>
          </p:cNvPr>
          <p:cNvPicPr>
            <a:picLocks noChangeAspect="1"/>
          </p:cNvPicPr>
          <p:nvPr/>
        </p:nvPicPr>
        <p:blipFill>
          <a:blip r:embed="rId4"/>
          <a:stretch>
            <a:fillRect/>
          </a:stretch>
        </p:blipFill>
        <p:spPr>
          <a:xfrm>
            <a:off x="8365294" y="3717215"/>
            <a:ext cx="3295135" cy="969662"/>
          </a:xfrm>
          <a:prstGeom prst="rect">
            <a:avLst/>
          </a:prstGeom>
        </p:spPr>
      </p:pic>
      <p:pic>
        <p:nvPicPr>
          <p:cNvPr id="8" name="Picture 7">
            <a:extLst>
              <a:ext uri="{FF2B5EF4-FFF2-40B4-BE49-F238E27FC236}">
                <a16:creationId xmlns:a16="http://schemas.microsoft.com/office/drawing/2014/main" id="{22B74BC1-D4CA-B394-51A8-A716904C20F7}"/>
              </a:ext>
            </a:extLst>
          </p:cNvPr>
          <p:cNvPicPr>
            <a:picLocks noChangeAspect="1"/>
          </p:cNvPicPr>
          <p:nvPr/>
        </p:nvPicPr>
        <p:blipFill>
          <a:blip r:embed="rId5"/>
          <a:stretch>
            <a:fillRect/>
          </a:stretch>
        </p:blipFill>
        <p:spPr>
          <a:xfrm>
            <a:off x="6960402" y="4776012"/>
            <a:ext cx="3355089" cy="1064504"/>
          </a:xfrm>
          <a:prstGeom prst="rect">
            <a:avLst/>
          </a:prstGeom>
        </p:spPr>
      </p:pic>
      <p:pic>
        <p:nvPicPr>
          <p:cNvPr id="9" name="Picture 8">
            <a:extLst>
              <a:ext uri="{FF2B5EF4-FFF2-40B4-BE49-F238E27FC236}">
                <a16:creationId xmlns:a16="http://schemas.microsoft.com/office/drawing/2014/main" id="{5C5679E0-87A4-CE11-F648-DF7AD40FDA6A}"/>
              </a:ext>
            </a:extLst>
          </p:cNvPr>
          <p:cNvPicPr>
            <a:picLocks noChangeAspect="1"/>
          </p:cNvPicPr>
          <p:nvPr/>
        </p:nvPicPr>
        <p:blipFill>
          <a:blip r:embed="rId6"/>
          <a:stretch>
            <a:fillRect/>
          </a:stretch>
        </p:blipFill>
        <p:spPr>
          <a:xfrm>
            <a:off x="8884111" y="1701705"/>
            <a:ext cx="2615625" cy="1089033"/>
          </a:xfrm>
          <a:prstGeom prst="rect">
            <a:avLst/>
          </a:prstGeom>
        </p:spPr>
      </p:pic>
    </p:spTree>
    <p:extLst>
      <p:ext uri="{BB962C8B-B14F-4D97-AF65-F5344CB8AC3E}">
        <p14:creationId xmlns:p14="http://schemas.microsoft.com/office/powerpoint/2010/main" val="32792949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913E2FD-E266-646E-3405-E8D27127992E}"/>
              </a:ext>
            </a:extLst>
          </p:cNvPr>
          <p:cNvSpPr>
            <a:spLocks noGrp="1"/>
          </p:cNvSpPr>
          <p:nvPr>
            <p:ph type="title"/>
          </p:nvPr>
        </p:nvSpPr>
        <p:spPr/>
        <p:txBody>
          <a:bodyPr>
            <a:normAutofit fontScale="90000"/>
          </a:bodyPr>
          <a:lstStyle/>
          <a:p>
            <a:r>
              <a:rPr lang="en-GB">
                <a:solidFill>
                  <a:srgbClr val="0D145C"/>
                </a:solidFill>
              </a:rPr>
              <a:t>Optimizing the Data Access</a:t>
            </a:r>
          </a:p>
        </p:txBody>
      </p:sp>
      <p:sp>
        <p:nvSpPr>
          <p:cNvPr id="2" name="TextBox 1">
            <a:extLst>
              <a:ext uri="{FF2B5EF4-FFF2-40B4-BE49-F238E27FC236}">
                <a16:creationId xmlns:a16="http://schemas.microsoft.com/office/drawing/2014/main" id="{1F93E874-964B-09EA-138C-41418910CDB8}"/>
              </a:ext>
            </a:extLst>
          </p:cNvPr>
          <p:cNvSpPr txBox="1"/>
          <p:nvPr/>
        </p:nvSpPr>
        <p:spPr>
          <a:xfrm>
            <a:off x="752434" y="1868129"/>
            <a:ext cx="3054041" cy="400110"/>
          </a:xfrm>
          <a:prstGeom prst="rect">
            <a:avLst/>
          </a:prstGeom>
          <a:noFill/>
        </p:spPr>
        <p:txBody>
          <a:bodyPr wrap="none" rtlCol="0">
            <a:spAutoFit/>
          </a:bodyPr>
          <a:lstStyle/>
          <a:p>
            <a:r>
              <a:rPr lang="en-US" sz="2000" dirty="0">
                <a:solidFill>
                  <a:srgbClr val="171717"/>
                </a:solidFill>
                <a:latin typeface="Poppins" pitchFamily="2" charset="77"/>
                <a:cs typeface="Poppins" pitchFamily="2" charset="77"/>
              </a:rPr>
              <a:t>What is COG </a:t>
            </a:r>
            <a:r>
              <a:rPr lang="en-US" sz="2000" dirty="0" err="1">
                <a:solidFill>
                  <a:srgbClr val="171717"/>
                </a:solidFill>
                <a:latin typeface="Poppins" pitchFamily="2" charset="77"/>
                <a:cs typeface="Poppins" pitchFamily="2" charset="77"/>
              </a:rPr>
              <a:t>GeoTIFF</a:t>
            </a:r>
            <a:r>
              <a:rPr lang="en-US" sz="2000" dirty="0">
                <a:solidFill>
                  <a:srgbClr val="171717"/>
                </a:solidFill>
                <a:latin typeface="Poppins" pitchFamily="2" charset="77"/>
                <a:cs typeface="Poppins" pitchFamily="2" charset="77"/>
              </a:rPr>
              <a:t>? </a:t>
            </a:r>
          </a:p>
        </p:txBody>
      </p:sp>
      <p:sp>
        <p:nvSpPr>
          <p:cNvPr id="4" name="TextBox 3">
            <a:extLst>
              <a:ext uri="{FF2B5EF4-FFF2-40B4-BE49-F238E27FC236}">
                <a16:creationId xmlns:a16="http://schemas.microsoft.com/office/drawing/2014/main" id="{3583BB1B-C82D-31C8-F223-B5D55523FF8B}"/>
              </a:ext>
            </a:extLst>
          </p:cNvPr>
          <p:cNvSpPr txBox="1"/>
          <p:nvPr/>
        </p:nvSpPr>
        <p:spPr>
          <a:xfrm>
            <a:off x="838200" y="2707617"/>
            <a:ext cx="4712746" cy="1938992"/>
          </a:xfrm>
          <a:prstGeom prst="rect">
            <a:avLst/>
          </a:prstGeom>
          <a:noFill/>
        </p:spPr>
        <p:txBody>
          <a:bodyPr wrap="square">
            <a:spAutoFit/>
          </a:bodyPr>
          <a:lstStyle/>
          <a:p>
            <a:pPr lvl="1"/>
            <a:r>
              <a:rPr lang="en-GB" sz="2000" i="1" dirty="0">
                <a:solidFill>
                  <a:srgbClr val="171717"/>
                </a:solidFill>
                <a:latin typeface="Poppins" pitchFamily="2" charset="77"/>
                <a:cs typeface="Poppins" pitchFamily="2" charset="77"/>
              </a:rPr>
              <a:t>A Cloud Optimized </a:t>
            </a:r>
            <a:r>
              <a:rPr lang="en-GB" sz="2000" i="1" dirty="0" err="1">
                <a:solidFill>
                  <a:srgbClr val="171717"/>
                </a:solidFill>
                <a:latin typeface="Poppins" pitchFamily="2" charset="77"/>
                <a:cs typeface="Poppins" pitchFamily="2" charset="77"/>
              </a:rPr>
              <a:t>GeoTIFF</a:t>
            </a:r>
            <a:r>
              <a:rPr lang="en-GB" sz="2000" i="1" dirty="0">
                <a:solidFill>
                  <a:srgbClr val="171717"/>
                </a:solidFill>
                <a:latin typeface="Poppins" pitchFamily="2" charset="77"/>
                <a:cs typeface="Poppins" pitchFamily="2" charset="77"/>
              </a:rPr>
              <a:t> (COG) is a regular </a:t>
            </a:r>
            <a:r>
              <a:rPr lang="en-GB" sz="2000" i="1" dirty="0" err="1">
                <a:solidFill>
                  <a:srgbClr val="171717"/>
                </a:solidFill>
                <a:latin typeface="Poppins" pitchFamily="2" charset="77"/>
                <a:cs typeface="Poppins" pitchFamily="2" charset="77"/>
              </a:rPr>
              <a:t>GeoTIFF</a:t>
            </a:r>
            <a:r>
              <a:rPr lang="en-GB" sz="2000" i="1" dirty="0">
                <a:solidFill>
                  <a:srgbClr val="171717"/>
                </a:solidFill>
                <a:latin typeface="Poppins" pitchFamily="2" charset="77"/>
                <a:cs typeface="Poppins" pitchFamily="2" charset="77"/>
              </a:rPr>
              <a:t> file, aimed at being hosted on a HTTP file server, with an internal organization that enables more efficient workflows on the cloud.</a:t>
            </a:r>
            <a:endParaRPr lang="en-GB" sz="2000" dirty="0">
              <a:solidFill>
                <a:srgbClr val="171717"/>
              </a:solidFill>
              <a:latin typeface="Poppins" pitchFamily="2" charset="77"/>
              <a:cs typeface="Poppins" pitchFamily="2" charset="77"/>
            </a:endParaRPr>
          </a:p>
        </p:txBody>
      </p:sp>
      <p:pic>
        <p:nvPicPr>
          <p:cNvPr id="8" name="Picture 7">
            <a:extLst>
              <a:ext uri="{FF2B5EF4-FFF2-40B4-BE49-F238E27FC236}">
                <a16:creationId xmlns:a16="http://schemas.microsoft.com/office/drawing/2014/main" id="{528198D2-5EDE-33D8-86FA-D1C48DB6FBC9}"/>
              </a:ext>
            </a:extLst>
          </p:cNvPr>
          <p:cNvPicPr>
            <a:picLocks noChangeAspect="1"/>
          </p:cNvPicPr>
          <p:nvPr/>
        </p:nvPicPr>
        <p:blipFill>
          <a:blip r:embed="rId2"/>
          <a:stretch>
            <a:fillRect/>
          </a:stretch>
        </p:blipFill>
        <p:spPr>
          <a:xfrm>
            <a:off x="6272644" y="1146088"/>
            <a:ext cx="5486738" cy="4773959"/>
          </a:xfrm>
          <a:prstGeom prst="rect">
            <a:avLst/>
          </a:prstGeom>
        </p:spPr>
      </p:pic>
      <p:sp>
        <p:nvSpPr>
          <p:cNvPr id="9" name="TextBox 8">
            <a:extLst>
              <a:ext uri="{FF2B5EF4-FFF2-40B4-BE49-F238E27FC236}">
                <a16:creationId xmlns:a16="http://schemas.microsoft.com/office/drawing/2014/main" id="{92D8A2F4-8805-EB0A-6DB1-5DE120D54053}"/>
              </a:ext>
            </a:extLst>
          </p:cNvPr>
          <p:cNvSpPr txBox="1"/>
          <p:nvPr/>
        </p:nvSpPr>
        <p:spPr>
          <a:xfrm>
            <a:off x="6128395" y="5558023"/>
            <a:ext cx="5817618" cy="276999"/>
          </a:xfrm>
          <a:prstGeom prst="rect">
            <a:avLst/>
          </a:prstGeom>
          <a:noFill/>
        </p:spPr>
        <p:txBody>
          <a:bodyPr wrap="none" rtlCol="0">
            <a:spAutoFit/>
          </a:bodyPr>
          <a:lstStyle/>
          <a:p>
            <a:r>
              <a:rPr lang="en-GB" sz="1200">
                <a:solidFill>
                  <a:srgbClr val="171717"/>
                </a:solidFill>
                <a:latin typeface="Poppins" pitchFamily="2" charset="77"/>
                <a:cs typeface="Poppins" pitchFamily="2" charset="77"/>
              </a:rPr>
              <a:t>Source: https://</a:t>
            </a:r>
            <a:r>
              <a:rPr lang="en-GB" sz="1200" err="1">
                <a:solidFill>
                  <a:srgbClr val="171717"/>
                </a:solidFill>
                <a:latin typeface="Poppins" pitchFamily="2" charset="77"/>
                <a:cs typeface="Poppins" pitchFamily="2" charset="77"/>
              </a:rPr>
              <a:t>www.kitware.com</a:t>
            </a:r>
            <a:r>
              <a:rPr lang="en-GB" sz="1200">
                <a:solidFill>
                  <a:srgbClr val="171717"/>
                </a:solidFill>
                <a:latin typeface="Poppins" pitchFamily="2" charset="77"/>
                <a:cs typeface="Poppins" pitchFamily="2" charset="77"/>
              </a:rPr>
              <a:t>/deciphering-cloud-optimized-</a:t>
            </a:r>
            <a:r>
              <a:rPr lang="en-GB" sz="1200" err="1">
                <a:solidFill>
                  <a:srgbClr val="171717"/>
                </a:solidFill>
                <a:latin typeface="Poppins" pitchFamily="2" charset="77"/>
                <a:cs typeface="Poppins" pitchFamily="2" charset="77"/>
              </a:rPr>
              <a:t>geotiffs</a:t>
            </a:r>
            <a:r>
              <a:rPr lang="en-GB" sz="1200">
                <a:solidFill>
                  <a:srgbClr val="171717"/>
                </a:solidFill>
                <a:latin typeface="Poppins" pitchFamily="2" charset="77"/>
                <a:cs typeface="Poppins" pitchFamily="2" charset="77"/>
              </a:rPr>
              <a:t>/</a:t>
            </a:r>
          </a:p>
        </p:txBody>
      </p:sp>
    </p:spTree>
    <p:extLst>
      <p:ext uri="{BB962C8B-B14F-4D97-AF65-F5344CB8AC3E}">
        <p14:creationId xmlns:p14="http://schemas.microsoft.com/office/powerpoint/2010/main" val="10844794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500"/>
                                        <p:tgtEl>
                                          <p:spTgt spid="8"/>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9"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913E2FD-E266-646E-3405-E8D27127992E}"/>
              </a:ext>
            </a:extLst>
          </p:cNvPr>
          <p:cNvSpPr>
            <a:spLocks noGrp="1"/>
          </p:cNvSpPr>
          <p:nvPr>
            <p:ph type="title"/>
          </p:nvPr>
        </p:nvSpPr>
        <p:spPr/>
        <p:txBody>
          <a:bodyPr>
            <a:normAutofit fontScale="90000"/>
          </a:bodyPr>
          <a:lstStyle/>
          <a:p>
            <a:r>
              <a:rPr lang="en-GB">
                <a:solidFill>
                  <a:srgbClr val="0D145C"/>
                </a:solidFill>
              </a:rPr>
              <a:t>Deep Learning</a:t>
            </a:r>
          </a:p>
        </p:txBody>
      </p:sp>
      <p:sp>
        <p:nvSpPr>
          <p:cNvPr id="7" name="Text Placeholder 6">
            <a:extLst>
              <a:ext uri="{FF2B5EF4-FFF2-40B4-BE49-F238E27FC236}">
                <a16:creationId xmlns:a16="http://schemas.microsoft.com/office/drawing/2014/main" id="{BE637B28-A3AA-6930-903A-BC2AC36AD70A}"/>
              </a:ext>
            </a:extLst>
          </p:cNvPr>
          <p:cNvSpPr>
            <a:spLocks noGrp="1"/>
          </p:cNvSpPr>
          <p:nvPr>
            <p:ph type="body" sz="quarter" idx="11"/>
          </p:nvPr>
        </p:nvSpPr>
        <p:spPr>
          <a:xfrm>
            <a:off x="840638" y="1750142"/>
            <a:ext cx="5619155" cy="4032516"/>
          </a:xfrm>
        </p:spPr>
        <p:txBody>
          <a:bodyPr>
            <a:normAutofit/>
          </a:bodyPr>
          <a:lstStyle/>
          <a:p>
            <a:pPr marL="285750" indent="-285750">
              <a:spcAft>
                <a:spcPts val="1200"/>
              </a:spcAft>
              <a:buFont typeface="Arial" panose="020B0604020202020204" pitchFamily="34" charset="0"/>
              <a:buChar char="•"/>
            </a:pPr>
            <a:r>
              <a:rPr lang="en-GB" sz="2400">
                <a:solidFill>
                  <a:srgbClr val="171717"/>
                </a:solidFill>
              </a:rPr>
              <a:t>Automatically find necessary representations to perform a task</a:t>
            </a:r>
          </a:p>
          <a:p>
            <a:pPr marL="285750" indent="-285750">
              <a:spcAft>
                <a:spcPts val="1200"/>
              </a:spcAft>
              <a:buFont typeface="Arial" panose="020B0604020202020204" pitchFamily="34" charset="0"/>
              <a:buChar char="•"/>
            </a:pPr>
            <a:r>
              <a:rPr lang="en-GB" sz="2400">
                <a:solidFill>
                  <a:srgbClr val="171717"/>
                </a:solidFill>
              </a:rPr>
              <a:t>Commonly perform better than classical approaches</a:t>
            </a:r>
          </a:p>
          <a:p>
            <a:pPr marL="285750" indent="-285750">
              <a:spcAft>
                <a:spcPts val="1200"/>
              </a:spcAft>
              <a:buFont typeface="Arial" panose="020B0604020202020204" pitchFamily="34" charset="0"/>
              <a:buChar char="•"/>
            </a:pPr>
            <a:r>
              <a:rPr lang="en-GB" sz="2400">
                <a:solidFill>
                  <a:srgbClr val="171717"/>
                </a:solidFill>
              </a:rPr>
              <a:t>Requires a lot of data for training</a:t>
            </a:r>
          </a:p>
          <a:p>
            <a:pPr marL="285750" indent="-285750">
              <a:spcAft>
                <a:spcPts val="1200"/>
              </a:spcAft>
              <a:buFont typeface="Arial" panose="020B0604020202020204" pitchFamily="34" charset="0"/>
              <a:buChar char="•"/>
            </a:pPr>
            <a:r>
              <a:rPr lang="en-GB" sz="2400">
                <a:solidFill>
                  <a:srgbClr val="171717"/>
                </a:solidFill>
              </a:rPr>
              <a:t>Was made feasible by GPU processing</a:t>
            </a:r>
          </a:p>
        </p:txBody>
      </p:sp>
      <p:pic>
        <p:nvPicPr>
          <p:cNvPr id="2" name="Picture 1">
            <a:extLst>
              <a:ext uri="{FF2B5EF4-FFF2-40B4-BE49-F238E27FC236}">
                <a16:creationId xmlns:a16="http://schemas.microsoft.com/office/drawing/2014/main" id="{28472C85-2E86-A4C1-EA14-11E3E2544186}"/>
              </a:ext>
            </a:extLst>
          </p:cNvPr>
          <p:cNvPicPr>
            <a:picLocks noChangeAspect="1"/>
          </p:cNvPicPr>
          <p:nvPr/>
        </p:nvPicPr>
        <p:blipFill>
          <a:blip r:embed="rId2"/>
          <a:stretch>
            <a:fillRect/>
          </a:stretch>
        </p:blipFill>
        <p:spPr>
          <a:xfrm>
            <a:off x="7415526" y="1055757"/>
            <a:ext cx="3935836" cy="4353034"/>
          </a:xfrm>
          <a:prstGeom prst="rect">
            <a:avLst/>
          </a:prstGeom>
        </p:spPr>
      </p:pic>
      <p:sp>
        <p:nvSpPr>
          <p:cNvPr id="3" name="TextBox 2">
            <a:extLst>
              <a:ext uri="{FF2B5EF4-FFF2-40B4-BE49-F238E27FC236}">
                <a16:creationId xmlns:a16="http://schemas.microsoft.com/office/drawing/2014/main" id="{906226AF-3565-EC28-895B-B9C3C8ED6098}"/>
              </a:ext>
            </a:extLst>
          </p:cNvPr>
          <p:cNvSpPr txBox="1"/>
          <p:nvPr/>
        </p:nvSpPr>
        <p:spPr>
          <a:xfrm>
            <a:off x="6883897" y="5408791"/>
            <a:ext cx="5308103" cy="523220"/>
          </a:xfrm>
          <a:prstGeom prst="rect">
            <a:avLst/>
          </a:prstGeom>
          <a:noFill/>
        </p:spPr>
        <p:txBody>
          <a:bodyPr wrap="square" rtlCol="0">
            <a:spAutoFit/>
          </a:bodyPr>
          <a:lstStyle/>
          <a:p>
            <a:r>
              <a:rPr lang="en-GB" sz="1400">
                <a:solidFill>
                  <a:srgbClr val="171717"/>
                </a:solidFill>
              </a:rPr>
              <a:t>Source: Shinde, Pramila P., and Seema Shah. "A review of machine learning and deep learning applications." </a:t>
            </a:r>
            <a:r>
              <a:rPr lang="en-GB" sz="1400" i="1">
                <a:solidFill>
                  <a:srgbClr val="171717"/>
                </a:solidFill>
              </a:rPr>
              <a:t>2018;</a:t>
            </a:r>
            <a:r>
              <a:rPr lang="en-GB" sz="1400">
                <a:solidFill>
                  <a:srgbClr val="171717"/>
                </a:solidFill>
              </a:rPr>
              <a:t> Wikipedia.</a:t>
            </a:r>
          </a:p>
        </p:txBody>
      </p:sp>
    </p:spTree>
    <p:extLst>
      <p:ext uri="{BB962C8B-B14F-4D97-AF65-F5344CB8AC3E}">
        <p14:creationId xmlns:p14="http://schemas.microsoft.com/office/powerpoint/2010/main" val="20702561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78A189-B831-FBA1-5E74-DD852A9DF480}"/>
              </a:ext>
            </a:extLst>
          </p:cNvPr>
          <p:cNvSpPr>
            <a:spLocks noGrp="1"/>
          </p:cNvSpPr>
          <p:nvPr>
            <p:ph type="title"/>
          </p:nvPr>
        </p:nvSpPr>
        <p:spPr/>
        <p:txBody>
          <a:bodyPr>
            <a:normAutofit fontScale="90000"/>
          </a:bodyPr>
          <a:lstStyle/>
          <a:p>
            <a:r>
              <a:rPr lang="en-US">
                <a:solidFill>
                  <a:srgbClr val="0D145C"/>
                </a:solidFill>
              </a:rPr>
              <a:t>The U-Net</a:t>
            </a:r>
          </a:p>
        </p:txBody>
      </p:sp>
      <p:sp>
        <p:nvSpPr>
          <p:cNvPr id="4" name="Text Placeholder 3">
            <a:extLst>
              <a:ext uri="{FF2B5EF4-FFF2-40B4-BE49-F238E27FC236}">
                <a16:creationId xmlns:a16="http://schemas.microsoft.com/office/drawing/2014/main" id="{58C3556C-92B9-C442-1DEB-0E917158EA54}"/>
              </a:ext>
            </a:extLst>
          </p:cNvPr>
          <p:cNvSpPr>
            <a:spLocks noGrp="1"/>
          </p:cNvSpPr>
          <p:nvPr>
            <p:ph type="body" sz="quarter" idx="11"/>
          </p:nvPr>
        </p:nvSpPr>
        <p:spPr>
          <a:xfrm>
            <a:off x="840638" y="1691148"/>
            <a:ext cx="4930897" cy="4091510"/>
          </a:xfrm>
        </p:spPr>
        <p:txBody>
          <a:bodyPr>
            <a:normAutofit/>
          </a:bodyPr>
          <a:lstStyle/>
          <a:p>
            <a:pPr marL="285750" indent="-285750">
              <a:buFont typeface="Arial" panose="020B0604020202020204" pitchFamily="34" charset="0"/>
              <a:buChar char="•"/>
            </a:pPr>
            <a:r>
              <a:rPr lang="en-US" sz="2400">
                <a:solidFill>
                  <a:srgbClr val="171717"/>
                </a:solidFill>
              </a:rPr>
              <a:t>The model we are going to use</a:t>
            </a:r>
          </a:p>
          <a:p>
            <a:pPr marL="285750" indent="-285750">
              <a:buFont typeface="Arial" panose="020B0604020202020204" pitchFamily="34" charset="0"/>
              <a:buChar char="•"/>
            </a:pPr>
            <a:r>
              <a:rPr lang="en-US" sz="2400">
                <a:solidFill>
                  <a:srgbClr val="171717"/>
                </a:solidFill>
              </a:rPr>
              <a:t>Convolutional Neural Network (CNN)</a:t>
            </a:r>
          </a:p>
          <a:p>
            <a:pPr marL="742950" lvl="1" indent="-285750">
              <a:buFont typeface="Arial" panose="020B0604020202020204" pitchFamily="34" charset="0"/>
              <a:buChar char="•"/>
            </a:pPr>
            <a:r>
              <a:rPr lang="en-US" sz="2100">
                <a:solidFill>
                  <a:srgbClr val="171717"/>
                </a:solidFill>
              </a:rPr>
              <a:t>Encoder – decoder architecture with skip connections</a:t>
            </a:r>
          </a:p>
          <a:p>
            <a:pPr marL="285750" indent="-285750">
              <a:buFont typeface="Arial" panose="020B0604020202020204" pitchFamily="34" charset="0"/>
              <a:buChar char="•"/>
            </a:pPr>
            <a:r>
              <a:rPr lang="en-US" sz="2400">
                <a:solidFill>
                  <a:srgbClr val="171717"/>
                </a:solidFill>
              </a:rPr>
              <a:t>One of the most used architectures</a:t>
            </a:r>
          </a:p>
          <a:p>
            <a:pPr marL="742950" lvl="1" indent="-285750">
              <a:buFont typeface="Arial" panose="020B0604020202020204" pitchFamily="34" charset="0"/>
              <a:buChar char="•"/>
            </a:pPr>
            <a:r>
              <a:rPr lang="en-US" sz="2000">
                <a:solidFill>
                  <a:srgbClr val="171717"/>
                </a:solidFill>
              </a:rPr>
              <a:t>Nowadays is considered a baseline model</a:t>
            </a:r>
          </a:p>
          <a:p>
            <a:pPr marL="285750" indent="-285750">
              <a:buFont typeface="Arial" panose="020B0604020202020204" pitchFamily="34" charset="0"/>
              <a:buChar char="•"/>
            </a:pPr>
            <a:endParaRPr lang="en-US" sz="1000">
              <a:solidFill>
                <a:srgbClr val="171717"/>
              </a:solidFill>
            </a:endParaRPr>
          </a:p>
        </p:txBody>
      </p:sp>
      <p:pic>
        <p:nvPicPr>
          <p:cNvPr id="5" name="Picture 4" descr="Model_UNET.png">
            <a:extLst>
              <a:ext uri="{FF2B5EF4-FFF2-40B4-BE49-F238E27FC236}">
                <a16:creationId xmlns:a16="http://schemas.microsoft.com/office/drawing/2014/main" id="{C2EBDAE0-8D44-F19E-1849-A8C3CB9DB6F2}"/>
              </a:ext>
            </a:extLst>
          </p:cNvPr>
          <p:cNvPicPr>
            <a:picLocks noChangeAspect="1"/>
          </p:cNvPicPr>
          <p:nvPr/>
        </p:nvPicPr>
        <p:blipFill>
          <a:blip r:embed="rId2"/>
          <a:stretch>
            <a:fillRect/>
          </a:stretch>
        </p:blipFill>
        <p:spPr>
          <a:xfrm>
            <a:off x="5653340" y="2526891"/>
            <a:ext cx="6184698" cy="3146316"/>
          </a:xfrm>
          <a:prstGeom prst="rect">
            <a:avLst/>
          </a:prstGeom>
        </p:spPr>
      </p:pic>
    </p:spTree>
    <p:extLst>
      <p:ext uri="{BB962C8B-B14F-4D97-AF65-F5344CB8AC3E}">
        <p14:creationId xmlns:p14="http://schemas.microsoft.com/office/powerpoint/2010/main" val="42119397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F177194-5277-9934-62A4-2E80860E0326}"/>
              </a:ext>
            </a:extLst>
          </p:cNvPr>
          <p:cNvSpPr>
            <a:spLocks noGrp="1"/>
          </p:cNvSpPr>
          <p:nvPr>
            <p:ph type="title"/>
          </p:nvPr>
        </p:nvSpPr>
        <p:spPr>
          <a:xfrm>
            <a:off x="839788" y="987424"/>
            <a:ext cx="4827587" cy="1069975"/>
          </a:xfrm>
        </p:spPr>
        <p:txBody>
          <a:bodyPr>
            <a:normAutofit fontScale="90000"/>
          </a:bodyPr>
          <a:lstStyle/>
          <a:p>
            <a:r>
              <a:rPr lang="en-GB"/>
              <a:t>The Structure of the Google </a:t>
            </a:r>
            <a:r>
              <a:rPr lang="en-GB" err="1"/>
              <a:t>Colab</a:t>
            </a:r>
            <a:r>
              <a:rPr lang="en-GB"/>
              <a:t> Notebook</a:t>
            </a:r>
          </a:p>
        </p:txBody>
      </p:sp>
      <p:sp>
        <p:nvSpPr>
          <p:cNvPr id="2" name="Rectangle 1">
            <a:extLst>
              <a:ext uri="{FF2B5EF4-FFF2-40B4-BE49-F238E27FC236}">
                <a16:creationId xmlns:a16="http://schemas.microsoft.com/office/drawing/2014/main" id="{1E877C00-0C47-3641-5FE4-23FB93D631B6}"/>
              </a:ext>
            </a:extLst>
          </p:cNvPr>
          <p:cNvSpPr/>
          <p:nvPr/>
        </p:nvSpPr>
        <p:spPr>
          <a:xfrm>
            <a:off x="1882876" y="2445775"/>
            <a:ext cx="2182762" cy="983225"/>
          </a:xfrm>
          <a:prstGeom prst="rect">
            <a:avLst/>
          </a:prstGeom>
          <a:solidFill>
            <a:srgbClr val="F5652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Preparing Environment</a:t>
            </a:r>
          </a:p>
        </p:txBody>
      </p:sp>
      <p:sp>
        <p:nvSpPr>
          <p:cNvPr id="6" name="Rectangle 5">
            <a:extLst>
              <a:ext uri="{FF2B5EF4-FFF2-40B4-BE49-F238E27FC236}">
                <a16:creationId xmlns:a16="http://schemas.microsoft.com/office/drawing/2014/main" id="{681EDD5A-2CA3-DBEB-565A-47AA8E79BB23}"/>
              </a:ext>
            </a:extLst>
          </p:cNvPr>
          <p:cNvSpPr/>
          <p:nvPr/>
        </p:nvSpPr>
        <p:spPr>
          <a:xfrm>
            <a:off x="5157019" y="2445775"/>
            <a:ext cx="2182762" cy="983225"/>
          </a:xfrm>
          <a:prstGeom prst="rect">
            <a:avLst/>
          </a:prstGeom>
          <a:solidFill>
            <a:srgbClr val="FED5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Setting AOI and Date</a:t>
            </a:r>
          </a:p>
        </p:txBody>
      </p:sp>
      <p:sp>
        <p:nvSpPr>
          <p:cNvPr id="7" name="Rectangle 6">
            <a:extLst>
              <a:ext uri="{FF2B5EF4-FFF2-40B4-BE49-F238E27FC236}">
                <a16:creationId xmlns:a16="http://schemas.microsoft.com/office/drawing/2014/main" id="{0644BF3F-2129-8DD2-3DAC-7C42F1BA351D}"/>
              </a:ext>
            </a:extLst>
          </p:cNvPr>
          <p:cNvSpPr/>
          <p:nvPr/>
        </p:nvSpPr>
        <p:spPr>
          <a:xfrm>
            <a:off x="8431162" y="2443315"/>
            <a:ext cx="2182762" cy="983225"/>
          </a:xfrm>
          <a:prstGeom prst="rect">
            <a:avLst/>
          </a:prstGeom>
          <a:solidFill>
            <a:srgbClr val="40B3F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Finding Satellite Data</a:t>
            </a:r>
          </a:p>
        </p:txBody>
      </p:sp>
      <p:sp>
        <p:nvSpPr>
          <p:cNvPr id="8" name="Rectangle 7">
            <a:extLst>
              <a:ext uri="{FF2B5EF4-FFF2-40B4-BE49-F238E27FC236}">
                <a16:creationId xmlns:a16="http://schemas.microsoft.com/office/drawing/2014/main" id="{4CFB7611-CD4B-A9D3-6361-52CE589D7639}"/>
              </a:ext>
            </a:extLst>
          </p:cNvPr>
          <p:cNvSpPr/>
          <p:nvPr/>
        </p:nvSpPr>
        <p:spPr>
          <a:xfrm>
            <a:off x="1882877" y="4763728"/>
            <a:ext cx="2182762" cy="983225"/>
          </a:xfrm>
          <a:prstGeom prst="rect">
            <a:avLst/>
          </a:prstGeom>
          <a:solidFill>
            <a:srgbClr val="CD394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Preparing the Model</a:t>
            </a:r>
          </a:p>
        </p:txBody>
      </p:sp>
      <p:sp>
        <p:nvSpPr>
          <p:cNvPr id="9" name="Rectangle 8">
            <a:extLst>
              <a:ext uri="{FF2B5EF4-FFF2-40B4-BE49-F238E27FC236}">
                <a16:creationId xmlns:a16="http://schemas.microsoft.com/office/drawing/2014/main" id="{6071CEB5-A651-0501-65C7-341DD142F0D6}"/>
              </a:ext>
            </a:extLst>
          </p:cNvPr>
          <p:cNvSpPr/>
          <p:nvPr/>
        </p:nvSpPr>
        <p:spPr>
          <a:xfrm>
            <a:off x="5157020" y="4763730"/>
            <a:ext cx="2182762" cy="983225"/>
          </a:xfrm>
          <a:prstGeom prst="rect">
            <a:avLst/>
          </a:prstGeom>
          <a:solidFill>
            <a:srgbClr val="BCDD5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Prediction</a:t>
            </a:r>
          </a:p>
        </p:txBody>
      </p:sp>
      <p:sp>
        <p:nvSpPr>
          <p:cNvPr id="10" name="Rectangle 9">
            <a:extLst>
              <a:ext uri="{FF2B5EF4-FFF2-40B4-BE49-F238E27FC236}">
                <a16:creationId xmlns:a16="http://schemas.microsoft.com/office/drawing/2014/main" id="{DC91958C-53EF-E5A1-CB11-B254075312CC}"/>
              </a:ext>
            </a:extLst>
          </p:cNvPr>
          <p:cNvSpPr/>
          <p:nvPr/>
        </p:nvSpPr>
        <p:spPr>
          <a:xfrm>
            <a:off x="8431163" y="4763729"/>
            <a:ext cx="2182762" cy="983225"/>
          </a:xfrm>
          <a:prstGeom prst="rect">
            <a:avLst/>
          </a:prstGeom>
          <a:solidFill>
            <a:srgbClr val="F5652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Displaying and Saving Results</a:t>
            </a:r>
          </a:p>
        </p:txBody>
      </p:sp>
      <p:cxnSp>
        <p:nvCxnSpPr>
          <p:cNvPr id="12" name="Elbow Connector 11">
            <a:extLst>
              <a:ext uri="{FF2B5EF4-FFF2-40B4-BE49-F238E27FC236}">
                <a16:creationId xmlns:a16="http://schemas.microsoft.com/office/drawing/2014/main" id="{E8368BB0-D49D-BAD8-26FA-7AB48E0757CE}"/>
              </a:ext>
            </a:extLst>
          </p:cNvPr>
          <p:cNvCxnSpPr>
            <a:stCxn id="2" idx="3"/>
            <a:endCxn id="6" idx="1"/>
          </p:cNvCxnSpPr>
          <p:nvPr/>
        </p:nvCxnSpPr>
        <p:spPr>
          <a:xfrm>
            <a:off x="4065638" y="2937388"/>
            <a:ext cx="1091381" cy="12700"/>
          </a:xfrm>
          <a:prstGeom prst="bentConnector3">
            <a:avLst>
              <a:gd name="adj1" fmla="val -450"/>
            </a:avLst>
          </a:prstGeom>
          <a:ln w="28575">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14" name="Elbow Connector 13">
            <a:extLst>
              <a:ext uri="{FF2B5EF4-FFF2-40B4-BE49-F238E27FC236}">
                <a16:creationId xmlns:a16="http://schemas.microsoft.com/office/drawing/2014/main" id="{9B2E8249-0234-E2E3-2385-8F73899BB6D2}"/>
              </a:ext>
            </a:extLst>
          </p:cNvPr>
          <p:cNvCxnSpPr>
            <a:stCxn id="6" idx="3"/>
            <a:endCxn id="7" idx="1"/>
          </p:cNvCxnSpPr>
          <p:nvPr/>
        </p:nvCxnSpPr>
        <p:spPr>
          <a:xfrm flipV="1">
            <a:off x="7339781" y="2934928"/>
            <a:ext cx="1091381" cy="2460"/>
          </a:xfrm>
          <a:prstGeom prst="bentConnector3">
            <a:avLst>
              <a:gd name="adj1" fmla="val 2252"/>
            </a:avLst>
          </a:prstGeom>
          <a:ln w="28575">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16" name="Elbow Connector 15">
            <a:extLst>
              <a:ext uri="{FF2B5EF4-FFF2-40B4-BE49-F238E27FC236}">
                <a16:creationId xmlns:a16="http://schemas.microsoft.com/office/drawing/2014/main" id="{7951A822-E32B-1574-82ED-A610F0B623AC}"/>
              </a:ext>
            </a:extLst>
          </p:cNvPr>
          <p:cNvCxnSpPr>
            <a:stCxn id="7" idx="2"/>
            <a:endCxn id="8" idx="0"/>
          </p:cNvCxnSpPr>
          <p:nvPr/>
        </p:nvCxnSpPr>
        <p:spPr>
          <a:xfrm rot="5400000">
            <a:off x="5579807" y="820992"/>
            <a:ext cx="1337188" cy="6548285"/>
          </a:xfrm>
          <a:prstGeom prst="bentConnector3">
            <a:avLst/>
          </a:prstGeom>
          <a:ln w="28575">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18" name="Elbow Connector 17">
            <a:extLst>
              <a:ext uri="{FF2B5EF4-FFF2-40B4-BE49-F238E27FC236}">
                <a16:creationId xmlns:a16="http://schemas.microsoft.com/office/drawing/2014/main" id="{D5A9324F-FE4C-F1F8-0A88-49E6EF8A2A8A}"/>
              </a:ext>
            </a:extLst>
          </p:cNvPr>
          <p:cNvCxnSpPr>
            <a:stCxn id="8" idx="3"/>
            <a:endCxn id="9" idx="1"/>
          </p:cNvCxnSpPr>
          <p:nvPr/>
        </p:nvCxnSpPr>
        <p:spPr>
          <a:xfrm>
            <a:off x="4065639" y="5255341"/>
            <a:ext cx="1091381" cy="2"/>
          </a:xfrm>
          <a:prstGeom prst="bentConnector3">
            <a:avLst/>
          </a:prstGeom>
          <a:ln w="28575">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20" name="Elbow Connector 19">
            <a:extLst>
              <a:ext uri="{FF2B5EF4-FFF2-40B4-BE49-F238E27FC236}">
                <a16:creationId xmlns:a16="http://schemas.microsoft.com/office/drawing/2014/main" id="{C9969267-FD70-745F-EAB2-C9A90E6EAE58}"/>
              </a:ext>
            </a:extLst>
          </p:cNvPr>
          <p:cNvCxnSpPr>
            <a:stCxn id="9" idx="3"/>
            <a:endCxn id="10" idx="1"/>
          </p:cNvCxnSpPr>
          <p:nvPr/>
        </p:nvCxnSpPr>
        <p:spPr>
          <a:xfrm flipV="1">
            <a:off x="7339782" y="5255342"/>
            <a:ext cx="1091381" cy="1"/>
          </a:xfrm>
          <a:prstGeom prst="bentConnector3">
            <a:avLst/>
          </a:prstGeom>
          <a:ln w="28575">
            <a:solidFill>
              <a:schemeClr val="tx1"/>
            </a:solidFill>
            <a:tailEnd type="arrow"/>
          </a:ln>
        </p:spPr>
        <p:style>
          <a:lnRef idx="2">
            <a:schemeClr val="accent1"/>
          </a:lnRef>
          <a:fillRef idx="0">
            <a:schemeClr val="accent1"/>
          </a:fillRef>
          <a:effectRef idx="1">
            <a:schemeClr val="accent1"/>
          </a:effectRef>
          <a:fontRef idx="minor">
            <a:schemeClr val="tx1"/>
          </a:fontRef>
        </p:style>
      </p:cxnSp>
      <p:sp>
        <p:nvSpPr>
          <p:cNvPr id="35" name="TextBox 34">
            <a:extLst>
              <a:ext uri="{FF2B5EF4-FFF2-40B4-BE49-F238E27FC236}">
                <a16:creationId xmlns:a16="http://schemas.microsoft.com/office/drawing/2014/main" id="{684B3ED1-2B13-4648-03C4-9C9CC05AB9B4}"/>
              </a:ext>
            </a:extLst>
          </p:cNvPr>
          <p:cNvSpPr txBox="1"/>
          <p:nvPr/>
        </p:nvSpPr>
        <p:spPr>
          <a:xfrm>
            <a:off x="1689764" y="2361885"/>
            <a:ext cx="386223" cy="369332"/>
          </a:xfrm>
          <a:prstGeom prst="rect">
            <a:avLst/>
          </a:prstGeom>
          <a:solidFill>
            <a:schemeClr val="tx1"/>
          </a:solidFill>
        </p:spPr>
        <p:txBody>
          <a:bodyPr wrap="square" rtlCol="0">
            <a:spAutoFit/>
          </a:bodyPr>
          <a:lstStyle/>
          <a:p>
            <a:pPr algn="ctr"/>
            <a:r>
              <a:rPr lang="en-US">
                <a:solidFill>
                  <a:schemeClr val="bg1"/>
                </a:solidFill>
              </a:rPr>
              <a:t>1</a:t>
            </a:r>
          </a:p>
        </p:txBody>
      </p:sp>
      <p:sp>
        <p:nvSpPr>
          <p:cNvPr id="36" name="TextBox 35">
            <a:extLst>
              <a:ext uri="{FF2B5EF4-FFF2-40B4-BE49-F238E27FC236}">
                <a16:creationId xmlns:a16="http://schemas.microsoft.com/office/drawing/2014/main" id="{B3DCFEC5-09DB-E88C-B02E-C61A1452367B}"/>
              </a:ext>
            </a:extLst>
          </p:cNvPr>
          <p:cNvSpPr txBox="1"/>
          <p:nvPr/>
        </p:nvSpPr>
        <p:spPr>
          <a:xfrm>
            <a:off x="4955457" y="2317645"/>
            <a:ext cx="386223" cy="369332"/>
          </a:xfrm>
          <a:prstGeom prst="rect">
            <a:avLst/>
          </a:prstGeom>
          <a:solidFill>
            <a:schemeClr val="tx1"/>
          </a:solidFill>
        </p:spPr>
        <p:txBody>
          <a:bodyPr wrap="square" rtlCol="0">
            <a:spAutoFit/>
          </a:bodyPr>
          <a:lstStyle/>
          <a:p>
            <a:pPr algn="ctr"/>
            <a:r>
              <a:rPr lang="en-US">
                <a:solidFill>
                  <a:schemeClr val="bg1"/>
                </a:solidFill>
              </a:rPr>
              <a:t>2</a:t>
            </a:r>
          </a:p>
        </p:txBody>
      </p:sp>
      <p:sp>
        <p:nvSpPr>
          <p:cNvPr id="37" name="TextBox 36">
            <a:extLst>
              <a:ext uri="{FF2B5EF4-FFF2-40B4-BE49-F238E27FC236}">
                <a16:creationId xmlns:a16="http://schemas.microsoft.com/office/drawing/2014/main" id="{C53A67B2-3A52-B815-DEB0-84D3570E366C}"/>
              </a:ext>
            </a:extLst>
          </p:cNvPr>
          <p:cNvSpPr txBox="1"/>
          <p:nvPr/>
        </p:nvSpPr>
        <p:spPr>
          <a:xfrm>
            <a:off x="8238051" y="2258650"/>
            <a:ext cx="386223" cy="369332"/>
          </a:xfrm>
          <a:prstGeom prst="rect">
            <a:avLst/>
          </a:prstGeom>
          <a:solidFill>
            <a:schemeClr val="tx1"/>
          </a:solidFill>
        </p:spPr>
        <p:txBody>
          <a:bodyPr wrap="square" rtlCol="0">
            <a:spAutoFit/>
          </a:bodyPr>
          <a:lstStyle/>
          <a:p>
            <a:pPr algn="ctr"/>
            <a:r>
              <a:rPr lang="en-US">
                <a:solidFill>
                  <a:schemeClr val="bg1"/>
                </a:solidFill>
              </a:rPr>
              <a:t>3</a:t>
            </a:r>
          </a:p>
        </p:txBody>
      </p:sp>
      <p:sp>
        <p:nvSpPr>
          <p:cNvPr id="38" name="TextBox 37">
            <a:extLst>
              <a:ext uri="{FF2B5EF4-FFF2-40B4-BE49-F238E27FC236}">
                <a16:creationId xmlns:a16="http://schemas.microsoft.com/office/drawing/2014/main" id="{77B4EA79-D6D2-47B9-FC93-7341DFFF97CF}"/>
              </a:ext>
            </a:extLst>
          </p:cNvPr>
          <p:cNvSpPr txBox="1"/>
          <p:nvPr/>
        </p:nvSpPr>
        <p:spPr>
          <a:xfrm>
            <a:off x="1689764" y="4640202"/>
            <a:ext cx="386223" cy="369332"/>
          </a:xfrm>
          <a:prstGeom prst="rect">
            <a:avLst/>
          </a:prstGeom>
          <a:solidFill>
            <a:schemeClr val="tx1"/>
          </a:solidFill>
        </p:spPr>
        <p:txBody>
          <a:bodyPr wrap="square" rtlCol="0">
            <a:spAutoFit/>
          </a:bodyPr>
          <a:lstStyle/>
          <a:p>
            <a:pPr algn="ctr"/>
            <a:r>
              <a:rPr lang="en-US">
                <a:solidFill>
                  <a:schemeClr val="bg1"/>
                </a:solidFill>
              </a:rPr>
              <a:t>4</a:t>
            </a:r>
          </a:p>
        </p:txBody>
      </p:sp>
      <p:sp>
        <p:nvSpPr>
          <p:cNvPr id="39" name="TextBox 38">
            <a:extLst>
              <a:ext uri="{FF2B5EF4-FFF2-40B4-BE49-F238E27FC236}">
                <a16:creationId xmlns:a16="http://schemas.microsoft.com/office/drawing/2014/main" id="{E6B7C7C6-F79B-D0D2-EC2D-C7AA10C126E8}"/>
              </a:ext>
            </a:extLst>
          </p:cNvPr>
          <p:cNvSpPr txBox="1"/>
          <p:nvPr/>
        </p:nvSpPr>
        <p:spPr>
          <a:xfrm>
            <a:off x="4965291" y="4640202"/>
            <a:ext cx="386223" cy="369332"/>
          </a:xfrm>
          <a:prstGeom prst="rect">
            <a:avLst/>
          </a:prstGeom>
          <a:solidFill>
            <a:schemeClr val="tx1"/>
          </a:solidFill>
        </p:spPr>
        <p:txBody>
          <a:bodyPr wrap="square" rtlCol="0">
            <a:spAutoFit/>
          </a:bodyPr>
          <a:lstStyle/>
          <a:p>
            <a:pPr algn="ctr"/>
            <a:r>
              <a:rPr lang="en-US">
                <a:solidFill>
                  <a:schemeClr val="bg1"/>
                </a:solidFill>
              </a:rPr>
              <a:t>5</a:t>
            </a:r>
          </a:p>
        </p:txBody>
      </p:sp>
      <p:sp>
        <p:nvSpPr>
          <p:cNvPr id="40" name="TextBox 39">
            <a:extLst>
              <a:ext uri="{FF2B5EF4-FFF2-40B4-BE49-F238E27FC236}">
                <a16:creationId xmlns:a16="http://schemas.microsoft.com/office/drawing/2014/main" id="{60424203-CEB4-1648-7F5E-A744D445106E}"/>
              </a:ext>
            </a:extLst>
          </p:cNvPr>
          <p:cNvSpPr txBox="1"/>
          <p:nvPr/>
        </p:nvSpPr>
        <p:spPr>
          <a:xfrm>
            <a:off x="8238051" y="4640202"/>
            <a:ext cx="386223" cy="369332"/>
          </a:xfrm>
          <a:prstGeom prst="rect">
            <a:avLst/>
          </a:prstGeom>
          <a:solidFill>
            <a:schemeClr val="tx1"/>
          </a:solidFill>
        </p:spPr>
        <p:txBody>
          <a:bodyPr wrap="square" rtlCol="0">
            <a:spAutoFit/>
          </a:bodyPr>
          <a:lstStyle/>
          <a:p>
            <a:pPr algn="ctr"/>
            <a:r>
              <a:rPr lang="en-US">
                <a:solidFill>
                  <a:schemeClr val="bg1"/>
                </a:solidFill>
              </a:rPr>
              <a:t>6</a:t>
            </a:r>
          </a:p>
        </p:txBody>
      </p:sp>
    </p:spTree>
    <p:extLst>
      <p:ext uri="{BB962C8B-B14F-4D97-AF65-F5344CB8AC3E}">
        <p14:creationId xmlns:p14="http://schemas.microsoft.com/office/powerpoint/2010/main" val="5468693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479E4DB-2E92-2CEC-4280-C229E41C3F6D}"/>
              </a:ext>
            </a:extLst>
          </p:cNvPr>
          <p:cNvSpPr>
            <a:spLocks noGrp="1"/>
          </p:cNvSpPr>
          <p:nvPr>
            <p:ph type="title"/>
          </p:nvPr>
        </p:nvSpPr>
        <p:spPr/>
        <p:txBody>
          <a:bodyPr/>
          <a:lstStyle/>
          <a:p>
            <a:r>
              <a:rPr lang="en-GB"/>
              <a:t>Google </a:t>
            </a:r>
            <a:r>
              <a:rPr lang="en-GB" err="1"/>
              <a:t>Colab</a:t>
            </a:r>
            <a:r>
              <a:rPr lang="en-GB"/>
              <a:t> Notebook</a:t>
            </a:r>
          </a:p>
        </p:txBody>
      </p:sp>
      <p:sp>
        <p:nvSpPr>
          <p:cNvPr id="8" name="Text Placeholder 7">
            <a:extLst>
              <a:ext uri="{FF2B5EF4-FFF2-40B4-BE49-F238E27FC236}">
                <a16:creationId xmlns:a16="http://schemas.microsoft.com/office/drawing/2014/main" id="{4F22E221-BB33-2B50-7DFA-C778140D658D}"/>
              </a:ext>
            </a:extLst>
          </p:cNvPr>
          <p:cNvSpPr>
            <a:spLocks noGrp="1"/>
          </p:cNvSpPr>
          <p:nvPr>
            <p:ph type="body" sz="half" idx="2"/>
          </p:nvPr>
        </p:nvSpPr>
        <p:spPr>
          <a:xfrm>
            <a:off x="839788" y="2057400"/>
            <a:ext cx="4937074" cy="3811588"/>
          </a:xfrm>
        </p:spPr>
        <p:txBody>
          <a:bodyPr/>
          <a:lstStyle/>
          <a:p>
            <a:endParaRPr lang="en-GB"/>
          </a:p>
          <a:p>
            <a:r>
              <a:rPr lang="en-GB"/>
              <a:t>https://</a:t>
            </a:r>
            <a:r>
              <a:rPr lang="en-GB" err="1"/>
              <a:t>shorturl.at</a:t>
            </a:r>
            <a:r>
              <a:rPr lang="en-GB"/>
              <a:t>/</a:t>
            </a:r>
            <a:r>
              <a:rPr lang="en-GB" err="1"/>
              <a:t>EVmzw</a:t>
            </a:r>
            <a:endParaRPr lang="en-GB"/>
          </a:p>
          <a:p>
            <a:endParaRPr lang="en-GB"/>
          </a:p>
          <a:p>
            <a:r>
              <a:rPr lang="en-GB"/>
              <a:t>Or</a:t>
            </a:r>
          </a:p>
          <a:p>
            <a:endParaRPr lang="en-GB"/>
          </a:p>
          <a:p>
            <a:r>
              <a:rPr lang="en-GB"/>
              <a:t>https://</a:t>
            </a:r>
            <a:r>
              <a:rPr lang="en-GB" err="1"/>
              <a:t>colab.research.google.com</a:t>
            </a:r>
            <a:r>
              <a:rPr lang="en-GB"/>
              <a:t>/drive/1Qht-fGL6Qrzt6jNsYCyP79TMS6cfH8_i?usp=sharing</a:t>
            </a:r>
          </a:p>
        </p:txBody>
      </p:sp>
      <p:pic>
        <p:nvPicPr>
          <p:cNvPr id="11" name="Picture 10">
            <a:hlinkClick r:id="rId3"/>
            <a:extLst>
              <a:ext uri="{FF2B5EF4-FFF2-40B4-BE49-F238E27FC236}">
                <a16:creationId xmlns:a16="http://schemas.microsoft.com/office/drawing/2014/main" id="{4E13BA42-3943-58BE-BF1D-F5283D14BABF}"/>
              </a:ext>
            </a:extLst>
          </p:cNvPr>
          <p:cNvPicPr>
            <a:picLocks noChangeAspect="1"/>
          </p:cNvPicPr>
          <p:nvPr/>
        </p:nvPicPr>
        <p:blipFill>
          <a:blip r:embed="rId4"/>
          <a:stretch>
            <a:fillRect/>
          </a:stretch>
        </p:blipFill>
        <p:spPr>
          <a:xfrm>
            <a:off x="6415140" y="1455173"/>
            <a:ext cx="4572459" cy="4572459"/>
          </a:xfrm>
          <a:prstGeom prst="rect">
            <a:avLst/>
          </a:prstGeom>
        </p:spPr>
      </p:pic>
    </p:spTree>
    <p:extLst>
      <p:ext uri="{BB962C8B-B14F-4D97-AF65-F5344CB8AC3E}">
        <p14:creationId xmlns:p14="http://schemas.microsoft.com/office/powerpoint/2010/main" val="16630176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descr="image.png">
            <a:extLst>
              <a:ext uri="{FF2B5EF4-FFF2-40B4-BE49-F238E27FC236}">
                <a16:creationId xmlns:a16="http://schemas.microsoft.com/office/drawing/2014/main" id="{12FEF538-67E6-FCED-D350-730F51E4B952}"/>
              </a:ext>
            </a:extLst>
          </p:cNvPr>
          <p:cNvPicPr>
            <a:picLocks noChangeAspect="1"/>
          </p:cNvPicPr>
          <p:nvPr/>
        </p:nvPicPr>
        <p:blipFill>
          <a:blip r:embed="rId2"/>
          <a:stretch>
            <a:fillRect/>
          </a:stretch>
        </p:blipFill>
        <p:spPr>
          <a:xfrm>
            <a:off x="1710445" y="919636"/>
            <a:ext cx="3862152" cy="2390162"/>
          </a:xfrm>
          <a:prstGeom prst="rect">
            <a:avLst/>
          </a:prstGeom>
        </p:spPr>
      </p:pic>
      <p:pic>
        <p:nvPicPr>
          <p:cNvPr id="14" name="Picture 13" descr="image.png">
            <a:extLst>
              <a:ext uri="{FF2B5EF4-FFF2-40B4-BE49-F238E27FC236}">
                <a16:creationId xmlns:a16="http://schemas.microsoft.com/office/drawing/2014/main" id="{BDDC9C00-DA20-0900-5FCB-C8103B926F41}"/>
              </a:ext>
            </a:extLst>
          </p:cNvPr>
          <p:cNvPicPr>
            <a:picLocks noChangeAspect="1"/>
          </p:cNvPicPr>
          <p:nvPr/>
        </p:nvPicPr>
        <p:blipFill>
          <a:blip r:embed="rId3"/>
          <a:stretch>
            <a:fillRect/>
          </a:stretch>
        </p:blipFill>
        <p:spPr>
          <a:xfrm>
            <a:off x="6741113" y="933054"/>
            <a:ext cx="3907116" cy="2417989"/>
          </a:xfrm>
          <a:prstGeom prst="rect">
            <a:avLst/>
          </a:prstGeom>
        </p:spPr>
      </p:pic>
      <p:pic>
        <p:nvPicPr>
          <p:cNvPr id="17" name="Picture 16" descr="image.png">
            <a:extLst>
              <a:ext uri="{FF2B5EF4-FFF2-40B4-BE49-F238E27FC236}">
                <a16:creationId xmlns:a16="http://schemas.microsoft.com/office/drawing/2014/main" id="{B4D4BD51-2348-EF31-9CEF-671824FF3B29}"/>
              </a:ext>
            </a:extLst>
          </p:cNvPr>
          <p:cNvPicPr>
            <a:picLocks noChangeAspect="1"/>
          </p:cNvPicPr>
          <p:nvPr/>
        </p:nvPicPr>
        <p:blipFill>
          <a:blip r:embed="rId4"/>
          <a:stretch>
            <a:fillRect/>
          </a:stretch>
        </p:blipFill>
        <p:spPr>
          <a:xfrm>
            <a:off x="1748257" y="3708341"/>
            <a:ext cx="3857605" cy="2387348"/>
          </a:xfrm>
          <a:prstGeom prst="rect">
            <a:avLst/>
          </a:prstGeom>
        </p:spPr>
      </p:pic>
      <p:pic>
        <p:nvPicPr>
          <p:cNvPr id="20" name="Picture 19" descr="image.png">
            <a:extLst>
              <a:ext uri="{FF2B5EF4-FFF2-40B4-BE49-F238E27FC236}">
                <a16:creationId xmlns:a16="http://schemas.microsoft.com/office/drawing/2014/main" id="{8C09D28D-A400-C5BD-B157-5D1E81119212}"/>
              </a:ext>
            </a:extLst>
          </p:cNvPr>
          <p:cNvPicPr>
            <a:picLocks noChangeAspect="1"/>
          </p:cNvPicPr>
          <p:nvPr/>
        </p:nvPicPr>
        <p:blipFill>
          <a:blip r:embed="rId5"/>
          <a:stretch>
            <a:fillRect/>
          </a:stretch>
        </p:blipFill>
        <p:spPr>
          <a:xfrm>
            <a:off x="6774378" y="3698287"/>
            <a:ext cx="3873851" cy="2397402"/>
          </a:xfrm>
          <a:prstGeom prst="rect">
            <a:avLst/>
          </a:prstGeom>
        </p:spPr>
      </p:pic>
      <p:sp>
        <p:nvSpPr>
          <p:cNvPr id="21" name="TextBox 20">
            <a:extLst>
              <a:ext uri="{FF2B5EF4-FFF2-40B4-BE49-F238E27FC236}">
                <a16:creationId xmlns:a16="http://schemas.microsoft.com/office/drawing/2014/main" id="{18677D7E-E36E-DB1A-47F5-33AAE9E1E4B8}"/>
              </a:ext>
            </a:extLst>
          </p:cNvPr>
          <p:cNvSpPr txBox="1"/>
          <p:nvPr/>
        </p:nvSpPr>
        <p:spPr>
          <a:xfrm>
            <a:off x="1538382" y="853651"/>
            <a:ext cx="344129" cy="369332"/>
          </a:xfrm>
          <a:prstGeom prst="rect">
            <a:avLst/>
          </a:prstGeom>
          <a:solidFill>
            <a:schemeClr val="tx1"/>
          </a:solidFill>
        </p:spPr>
        <p:txBody>
          <a:bodyPr wrap="square" rtlCol="0">
            <a:spAutoFit/>
          </a:bodyPr>
          <a:lstStyle/>
          <a:p>
            <a:pPr algn="ctr"/>
            <a:r>
              <a:rPr lang="en-US">
                <a:solidFill>
                  <a:schemeClr val="bg1"/>
                </a:solidFill>
              </a:rPr>
              <a:t>1</a:t>
            </a:r>
          </a:p>
        </p:txBody>
      </p:sp>
      <p:sp>
        <p:nvSpPr>
          <p:cNvPr id="22" name="TextBox 21">
            <a:extLst>
              <a:ext uri="{FF2B5EF4-FFF2-40B4-BE49-F238E27FC236}">
                <a16:creationId xmlns:a16="http://schemas.microsoft.com/office/drawing/2014/main" id="{3E868A4C-8565-3C37-2DF5-046E37D96A01}"/>
              </a:ext>
            </a:extLst>
          </p:cNvPr>
          <p:cNvSpPr txBox="1"/>
          <p:nvPr/>
        </p:nvSpPr>
        <p:spPr>
          <a:xfrm>
            <a:off x="6569047" y="867070"/>
            <a:ext cx="344129" cy="369332"/>
          </a:xfrm>
          <a:prstGeom prst="rect">
            <a:avLst/>
          </a:prstGeom>
          <a:solidFill>
            <a:schemeClr val="tx1"/>
          </a:solidFill>
        </p:spPr>
        <p:txBody>
          <a:bodyPr wrap="square" rtlCol="0">
            <a:spAutoFit/>
          </a:bodyPr>
          <a:lstStyle/>
          <a:p>
            <a:pPr algn="ctr"/>
            <a:r>
              <a:rPr lang="en-US">
                <a:solidFill>
                  <a:schemeClr val="bg1"/>
                </a:solidFill>
              </a:rPr>
              <a:t>2</a:t>
            </a:r>
          </a:p>
        </p:txBody>
      </p:sp>
      <p:sp>
        <p:nvSpPr>
          <p:cNvPr id="23" name="TextBox 22">
            <a:extLst>
              <a:ext uri="{FF2B5EF4-FFF2-40B4-BE49-F238E27FC236}">
                <a16:creationId xmlns:a16="http://schemas.microsoft.com/office/drawing/2014/main" id="{0220398E-3BF6-32AA-8CFE-AD16D496EB3D}"/>
              </a:ext>
            </a:extLst>
          </p:cNvPr>
          <p:cNvSpPr txBox="1"/>
          <p:nvPr/>
        </p:nvSpPr>
        <p:spPr>
          <a:xfrm>
            <a:off x="1611196" y="3627965"/>
            <a:ext cx="344129" cy="369332"/>
          </a:xfrm>
          <a:prstGeom prst="rect">
            <a:avLst/>
          </a:prstGeom>
          <a:solidFill>
            <a:schemeClr val="tx1"/>
          </a:solidFill>
        </p:spPr>
        <p:txBody>
          <a:bodyPr wrap="square" rtlCol="0">
            <a:spAutoFit/>
          </a:bodyPr>
          <a:lstStyle/>
          <a:p>
            <a:pPr algn="ctr"/>
            <a:r>
              <a:rPr lang="en-US">
                <a:solidFill>
                  <a:schemeClr val="bg1"/>
                </a:solidFill>
              </a:rPr>
              <a:t>3</a:t>
            </a:r>
          </a:p>
        </p:txBody>
      </p:sp>
      <p:sp>
        <p:nvSpPr>
          <p:cNvPr id="24" name="TextBox 23">
            <a:extLst>
              <a:ext uri="{FF2B5EF4-FFF2-40B4-BE49-F238E27FC236}">
                <a16:creationId xmlns:a16="http://schemas.microsoft.com/office/drawing/2014/main" id="{03ACE64F-B4A0-5540-144A-A9C62E97052F}"/>
              </a:ext>
            </a:extLst>
          </p:cNvPr>
          <p:cNvSpPr txBox="1"/>
          <p:nvPr/>
        </p:nvSpPr>
        <p:spPr>
          <a:xfrm>
            <a:off x="6602313" y="3617912"/>
            <a:ext cx="344129" cy="369332"/>
          </a:xfrm>
          <a:prstGeom prst="rect">
            <a:avLst/>
          </a:prstGeom>
          <a:solidFill>
            <a:schemeClr val="tx1"/>
          </a:solidFill>
        </p:spPr>
        <p:txBody>
          <a:bodyPr wrap="square" rtlCol="0">
            <a:spAutoFit/>
          </a:bodyPr>
          <a:lstStyle/>
          <a:p>
            <a:pPr algn="ctr"/>
            <a:r>
              <a:rPr lang="en-US">
                <a:solidFill>
                  <a:schemeClr val="bg1"/>
                </a:solidFill>
              </a:rPr>
              <a:t>4</a:t>
            </a:r>
          </a:p>
        </p:txBody>
      </p:sp>
      <p:sp>
        <p:nvSpPr>
          <p:cNvPr id="26" name="TextBox 25">
            <a:extLst>
              <a:ext uri="{FF2B5EF4-FFF2-40B4-BE49-F238E27FC236}">
                <a16:creationId xmlns:a16="http://schemas.microsoft.com/office/drawing/2014/main" id="{DB8AEE5C-F254-17C3-AFBA-6FB274DA21D4}"/>
              </a:ext>
            </a:extLst>
          </p:cNvPr>
          <p:cNvSpPr txBox="1"/>
          <p:nvPr/>
        </p:nvSpPr>
        <p:spPr>
          <a:xfrm>
            <a:off x="1917512" y="650127"/>
            <a:ext cx="2945942" cy="338554"/>
          </a:xfrm>
          <a:prstGeom prst="rect">
            <a:avLst/>
          </a:prstGeom>
          <a:noFill/>
        </p:spPr>
        <p:txBody>
          <a:bodyPr wrap="square">
            <a:spAutoFit/>
          </a:bodyPr>
          <a:lstStyle/>
          <a:p>
            <a:pPr algn="l"/>
            <a:r>
              <a:rPr lang="en-US" sz="1600" b="0" i="0">
                <a:solidFill>
                  <a:srgbClr val="0D145C"/>
                </a:solidFill>
                <a:effectLst/>
                <a:latin typeface="Poppins" pitchFamily="2" charset="77"/>
                <a:cs typeface="Poppins" pitchFamily="2" charset="77"/>
              </a:rPr>
              <a:t>22 October 2024</a:t>
            </a:r>
          </a:p>
        </p:txBody>
      </p:sp>
      <p:sp>
        <p:nvSpPr>
          <p:cNvPr id="28" name="TextBox 27">
            <a:extLst>
              <a:ext uri="{FF2B5EF4-FFF2-40B4-BE49-F238E27FC236}">
                <a16:creationId xmlns:a16="http://schemas.microsoft.com/office/drawing/2014/main" id="{D8469E96-C6A7-6029-C7F7-F97E7DFC70B1}"/>
              </a:ext>
            </a:extLst>
          </p:cNvPr>
          <p:cNvSpPr txBox="1"/>
          <p:nvPr/>
        </p:nvSpPr>
        <p:spPr>
          <a:xfrm>
            <a:off x="6922420" y="650127"/>
            <a:ext cx="3092246" cy="338554"/>
          </a:xfrm>
          <a:prstGeom prst="rect">
            <a:avLst/>
          </a:prstGeom>
          <a:noFill/>
        </p:spPr>
        <p:txBody>
          <a:bodyPr wrap="square">
            <a:spAutoFit/>
          </a:bodyPr>
          <a:lstStyle/>
          <a:p>
            <a:r>
              <a:rPr lang="en-US" sz="1600" b="0" i="0">
                <a:solidFill>
                  <a:srgbClr val="0D145C"/>
                </a:solidFill>
                <a:effectLst/>
                <a:latin typeface="Poppins" pitchFamily="2" charset="77"/>
                <a:cs typeface="Poppins" pitchFamily="2" charset="77"/>
              </a:rPr>
              <a:t>20 September 2024</a:t>
            </a:r>
            <a:endParaRPr lang="en-US"/>
          </a:p>
        </p:txBody>
      </p:sp>
      <p:sp>
        <p:nvSpPr>
          <p:cNvPr id="30" name="TextBox 29">
            <a:extLst>
              <a:ext uri="{FF2B5EF4-FFF2-40B4-BE49-F238E27FC236}">
                <a16:creationId xmlns:a16="http://schemas.microsoft.com/office/drawing/2014/main" id="{088F3D46-40ED-200C-129C-2A2363FD3C4B}"/>
              </a:ext>
            </a:extLst>
          </p:cNvPr>
          <p:cNvSpPr txBox="1"/>
          <p:nvPr/>
        </p:nvSpPr>
        <p:spPr>
          <a:xfrm>
            <a:off x="1968892" y="3437425"/>
            <a:ext cx="2128093" cy="338554"/>
          </a:xfrm>
          <a:prstGeom prst="rect">
            <a:avLst/>
          </a:prstGeom>
          <a:noFill/>
        </p:spPr>
        <p:txBody>
          <a:bodyPr wrap="square">
            <a:spAutoFit/>
          </a:bodyPr>
          <a:lstStyle/>
          <a:p>
            <a:r>
              <a:rPr lang="en-US" sz="1600" b="0" i="0">
                <a:solidFill>
                  <a:srgbClr val="0D145C"/>
                </a:solidFill>
                <a:effectLst/>
                <a:latin typeface="Poppins" pitchFamily="2" charset="77"/>
                <a:cs typeface="Poppins" pitchFamily="2" charset="77"/>
              </a:rPr>
              <a:t>12 November 2025</a:t>
            </a:r>
            <a:endParaRPr lang="en-US"/>
          </a:p>
        </p:txBody>
      </p:sp>
      <p:sp>
        <p:nvSpPr>
          <p:cNvPr id="32" name="TextBox 31">
            <a:extLst>
              <a:ext uri="{FF2B5EF4-FFF2-40B4-BE49-F238E27FC236}">
                <a16:creationId xmlns:a16="http://schemas.microsoft.com/office/drawing/2014/main" id="{BF5EAC34-D821-3A0D-A9C9-3945D44C75E1}"/>
              </a:ext>
            </a:extLst>
          </p:cNvPr>
          <p:cNvSpPr txBox="1"/>
          <p:nvPr/>
        </p:nvSpPr>
        <p:spPr>
          <a:xfrm>
            <a:off x="6946442" y="3417027"/>
            <a:ext cx="2176661" cy="338554"/>
          </a:xfrm>
          <a:prstGeom prst="rect">
            <a:avLst/>
          </a:prstGeom>
          <a:noFill/>
        </p:spPr>
        <p:txBody>
          <a:bodyPr wrap="square">
            <a:spAutoFit/>
          </a:bodyPr>
          <a:lstStyle/>
          <a:p>
            <a:r>
              <a:rPr lang="en-US" sz="1600" b="0" i="0">
                <a:solidFill>
                  <a:srgbClr val="0D145C"/>
                </a:solidFill>
                <a:effectLst/>
                <a:latin typeface="Poppins" pitchFamily="2" charset="77"/>
                <a:cs typeface="Poppins" pitchFamily="2" charset="77"/>
              </a:rPr>
              <a:t>20 November 2024</a:t>
            </a:r>
            <a:endParaRPr lang="en-US"/>
          </a:p>
        </p:txBody>
      </p:sp>
      <p:sp>
        <p:nvSpPr>
          <p:cNvPr id="33" name="TextBox 32">
            <a:extLst>
              <a:ext uri="{FF2B5EF4-FFF2-40B4-BE49-F238E27FC236}">
                <a16:creationId xmlns:a16="http://schemas.microsoft.com/office/drawing/2014/main" id="{7D8C9E78-B92A-4F81-827E-C84EB2F82616}"/>
              </a:ext>
            </a:extLst>
          </p:cNvPr>
          <p:cNvSpPr txBox="1"/>
          <p:nvPr/>
        </p:nvSpPr>
        <p:spPr>
          <a:xfrm>
            <a:off x="3928579" y="60923"/>
            <a:ext cx="4334841" cy="523220"/>
          </a:xfrm>
          <a:prstGeom prst="rect">
            <a:avLst/>
          </a:prstGeom>
          <a:noFill/>
        </p:spPr>
        <p:txBody>
          <a:bodyPr wrap="none" rtlCol="0">
            <a:spAutoFit/>
          </a:bodyPr>
          <a:lstStyle/>
          <a:p>
            <a:r>
              <a:rPr lang="en-US" sz="2800" b="1"/>
              <a:t>Some AOI Suggestions</a:t>
            </a:r>
          </a:p>
        </p:txBody>
      </p:sp>
      <p:sp>
        <p:nvSpPr>
          <p:cNvPr id="34" name="Rectangle 33">
            <a:extLst>
              <a:ext uri="{FF2B5EF4-FFF2-40B4-BE49-F238E27FC236}">
                <a16:creationId xmlns:a16="http://schemas.microsoft.com/office/drawing/2014/main" id="{F31DE93F-0EAF-4BA7-3E35-6F35FAD996E9}"/>
              </a:ext>
            </a:extLst>
          </p:cNvPr>
          <p:cNvSpPr/>
          <p:nvPr/>
        </p:nvSpPr>
        <p:spPr>
          <a:xfrm>
            <a:off x="4015670" y="4486275"/>
            <a:ext cx="81315" cy="66675"/>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A299DB84-2EA9-11A9-C403-95EFC576280E}"/>
              </a:ext>
            </a:extLst>
          </p:cNvPr>
          <p:cNvSpPr/>
          <p:nvPr/>
        </p:nvSpPr>
        <p:spPr>
          <a:xfrm>
            <a:off x="8569324" y="4953000"/>
            <a:ext cx="81315" cy="66675"/>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D22F02FB-895A-5DDB-DDC0-7430BE26C38B}"/>
              </a:ext>
            </a:extLst>
          </p:cNvPr>
          <p:cNvSpPr/>
          <p:nvPr/>
        </p:nvSpPr>
        <p:spPr>
          <a:xfrm>
            <a:off x="8686801" y="2085975"/>
            <a:ext cx="133350" cy="10795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Down Arrow 36">
            <a:extLst>
              <a:ext uri="{FF2B5EF4-FFF2-40B4-BE49-F238E27FC236}">
                <a16:creationId xmlns:a16="http://schemas.microsoft.com/office/drawing/2014/main" id="{2080A7B3-E2C5-4CD7-3BDC-A3FCBEE26DAA}"/>
              </a:ext>
            </a:extLst>
          </p:cNvPr>
          <p:cNvSpPr/>
          <p:nvPr/>
        </p:nvSpPr>
        <p:spPr>
          <a:xfrm rot="2508736">
            <a:off x="3968046" y="1052670"/>
            <a:ext cx="422980" cy="737024"/>
          </a:xfrm>
          <a:prstGeom prst="downArrow">
            <a:avLst>
              <a:gd name="adj1" fmla="val 33924"/>
              <a:gd name="adj2" fmla="val 50000"/>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Down Arrow 37">
            <a:extLst>
              <a:ext uri="{FF2B5EF4-FFF2-40B4-BE49-F238E27FC236}">
                <a16:creationId xmlns:a16="http://schemas.microsoft.com/office/drawing/2014/main" id="{7F82E2FE-7F1C-04C2-2179-0A6969C05D92}"/>
              </a:ext>
            </a:extLst>
          </p:cNvPr>
          <p:cNvSpPr/>
          <p:nvPr/>
        </p:nvSpPr>
        <p:spPr>
          <a:xfrm rot="6097246">
            <a:off x="4289054" y="4247090"/>
            <a:ext cx="422980" cy="737024"/>
          </a:xfrm>
          <a:prstGeom prst="downArrow">
            <a:avLst>
              <a:gd name="adj1" fmla="val 27943"/>
              <a:gd name="adj2" fmla="val 50000"/>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Down Arrow 38">
            <a:extLst>
              <a:ext uri="{FF2B5EF4-FFF2-40B4-BE49-F238E27FC236}">
                <a16:creationId xmlns:a16="http://schemas.microsoft.com/office/drawing/2014/main" id="{5A791326-EAC4-1FF6-5CF1-474279389B3C}"/>
              </a:ext>
            </a:extLst>
          </p:cNvPr>
          <p:cNvSpPr/>
          <p:nvPr/>
        </p:nvSpPr>
        <p:spPr>
          <a:xfrm rot="11614233">
            <a:off x="8398491" y="2299244"/>
            <a:ext cx="422980" cy="737024"/>
          </a:xfrm>
          <a:prstGeom prst="downArrow">
            <a:avLst>
              <a:gd name="adj1" fmla="val 31432"/>
              <a:gd name="adj2" fmla="val 50000"/>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Down Arrow 39">
            <a:extLst>
              <a:ext uri="{FF2B5EF4-FFF2-40B4-BE49-F238E27FC236}">
                <a16:creationId xmlns:a16="http://schemas.microsoft.com/office/drawing/2014/main" id="{E3F01991-1CF5-CCBB-8897-72D2F085BE0F}"/>
              </a:ext>
            </a:extLst>
          </p:cNvPr>
          <p:cNvSpPr/>
          <p:nvPr/>
        </p:nvSpPr>
        <p:spPr>
          <a:xfrm rot="8626448">
            <a:off x="8690547" y="4998406"/>
            <a:ext cx="422980" cy="737024"/>
          </a:xfrm>
          <a:prstGeom prst="downArrow">
            <a:avLst>
              <a:gd name="adj1" fmla="val 31115"/>
              <a:gd name="adj2" fmla="val 50000"/>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370883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8E5E4-8B91-B252-737D-A43394B23075}"/>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84CDE965-2CCD-36FD-9AB9-5CA92BDB1819}"/>
              </a:ext>
            </a:extLst>
          </p:cNvPr>
          <p:cNvPicPr>
            <a:picLocks noChangeAspect="1"/>
          </p:cNvPicPr>
          <p:nvPr/>
        </p:nvPicPr>
        <p:blipFill>
          <a:blip r:embed="rId2"/>
          <a:stretch>
            <a:fillRect/>
          </a:stretch>
        </p:blipFill>
        <p:spPr>
          <a:xfrm>
            <a:off x="6302477" y="1351218"/>
            <a:ext cx="4813608" cy="4813608"/>
          </a:xfrm>
          <a:prstGeom prst="rect">
            <a:avLst/>
          </a:prstGeom>
        </p:spPr>
      </p:pic>
      <p:sp>
        <p:nvSpPr>
          <p:cNvPr id="6" name="Title 5">
            <a:extLst>
              <a:ext uri="{FF2B5EF4-FFF2-40B4-BE49-F238E27FC236}">
                <a16:creationId xmlns:a16="http://schemas.microsoft.com/office/drawing/2014/main" id="{C78DEC49-867B-7100-8B80-94DC7FEE5693}"/>
              </a:ext>
            </a:extLst>
          </p:cNvPr>
          <p:cNvSpPr>
            <a:spLocks noGrp="1"/>
          </p:cNvSpPr>
          <p:nvPr>
            <p:ph type="title"/>
          </p:nvPr>
        </p:nvSpPr>
        <p:spPr>
          <a:xfrm>
            <a:off x="839788" y="987423"/>
            <a:ext cx="3932237" cy="1517651"/>
          </a:xfrm>
        </p:spPr>
        <p:txBody>
          <a:bodyPr>
            <a:normAutofit/>
          </a:bodyPr>
          <a:lstStyle/>
          <a:p>
            <a:r>
              <a:rPr lang="en-GB"/>
              <a:t>Before we Finish, Some Quick Feedback</a:t>
            </a:r>
          </a:p>
        </p:txBody>
      </p:sp>
      <p:sp>
        <p:nvSpPr>
          <p:cNvPr id="8" name="Text Placeholder 7">
            <a:extLst>
              <a:ext uri="{FF2B5EF4-FFF2-40B4-BE49-F238E27FC236}">
                <a16:creationId xmlns:a16="http://schemas.microsoft.com/office/drawing/2014/main" id="{A5CA47A2-287A-3D68-44B7-7E65F4D9286A}"/>
              </a:ext>
            </a:extLst>
          </p:cNvPr>
          <p:cNvSpPr>
            <a:spLocks noGrp="1"/>
          </p:cNvSpPr>
          <p:nvPr>
            <p:ph type="body" sz="half" idx="2"/>
          </p:nvPr>
        </p:nvSpPr>
        <p:spPr>
          <a:xfrm>
            <a:off x="839788" y="2695574"/>
            <a:ext cx="4937074" cy="3173413"/>
          </a:xfrm>
        </p:spPr>
        <p:txBody>
          <a:bodyPr/>
          <a:lstStyle/>
          <a:p>
            <a:endParaRPr lang="en-US"/>
          </a:p>
          <a:p>
            <a:r>
              <a:rPr lang="en-US"/>
              <a:t>https://</a:t>
            </a:r>
            <a:r>
              <a:rPr lang="en-US" err="1"/>
              <a:t>forms.gle</a:t>
            </a:r>
            <a:r>
              <a:rPr lang="en-US"/>
              <a:t>/MS1roJndNC4qTQvB7</a:t>
            </a:r>
          </a:p>
        </p:txBody>
      </p:sp>
    </p:spTree>
    <p:extLst>
      <p:ext uri="{BB962C8B-B14F-4D97-AF65-F5344CB8AC3E}">
        <p14:creationId xmlns:p14="http://schemas.microsoft.com/office/powerpoint/2010/main" val="36841135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913E2FD-E266-646E-3405-E8D27127992E}"/>
              </a:ext>
            </a:extLst>
          </p:cNvPr>
          <p:cNvSpPr>
            <a:spLocks noGrp="1"/>
          </p:cNvSpPr>
          <p:nvPr>
            <p:ph type="title"/>
          </p:nvPr>
        </p:nvSpPr>
        <p:spPr/>
        <p:txBody>
          <a:bodyPr>
            <a:normAutofit fontScale="90000"/>
          </a:bodyPr>
          <a:lstStyle/>
          <a:p>
            <a:r>
              <a:rPr lang="en-GB"/>
              <a:t>Take Aways</a:t>
            </a:r>
          </a:p>
        </p:txBody>
      </p:sp>
      <p:sp>
        <p:nvSpPr>
          <p:cNvPr id="7" name="Text Placeholder 6">
            <a:extLst>
              <a:ext uri="{FF2B5EF4-FFF2-40B4-BE49-F238E27FC236}">
                <a16:creationId xmlns:a16="http://schemas.microsoft.com/office/drawing/2014/main" id="{BE637B28-A3AA-6930-903A-BC2AC36AD70A}"/>
              </a:ext>
            </a:extLst>
          </p:cNvPr>
          <p:cNvSpPr>
            <a:spLocks noGrp="1"/>
          </p:cNvSpPr>
          <p:nvPr>
            <p:ph type="body" sz="quarter" idx="11"/>
          </p:nvPr>
        </p:nvSpPr>
        <p:spPr>
          <a:xfrm>
            <a:off x="840639" y="1750142"/>
            <a:ext cx="6602312" cy="4262650"/>
          </a:xfrm>
        </p:spPr>
        <p:txBody>
          <a:bodyPr vert="horz" lIns="91440" tIns="45720" rIns="91440" bIns="45720" rtlCol="0" anchor="t">
            <a:normAutofit/>
          </a:bodyPr>
          <a:lstStyle/>
          <a:p>
            <a:pPr marL="285750" indent="-285750">
              <a:buFont typeface="Arial" panose="020B0604020202020204" pitchFamily="34" charset="0"/>
              <a:buChar char="•"/>
            </a:pPr>
            <a:r>
              <a:rPr lang="en-GB" sz="2500"/>
              <a:t>Today we:</a:t>
            </a:r>
          </a:p>
          <a:p>
            <a:pPr marL="742950" lvl="1" indent="-285750">
              <a:buFont typeface="Arial" panose="020B0604020202020204" pitchFamily="34" charset="0"/>
              <a:buChar char="•"/>
            </a:pPr>
            <a:r>
              <a:rPr lang="en-GB" sz="1900"/>
              <a:t>Used STAC to automatically retrieve images</a:t>
            </a:r>
          </a:p>
          <a:p>
            <a:pPr marL="742950" lvl="1" indent="-285750">
              <a:buFont typeface="Arial" panose="020B0604020202020204" pitchFamily="34" charset="0"/>
              <a:buChar char="•"/>
            </a:pPr>
            <a:r>
              <a:rPr lang="en-GB" sz="1900">
                <a:latin typeface="Poppins"/>
                <a:cs typeface="Poppins"/>
              </a:rPr>
              <a:t>Applied a deep learning model to map floods</a:t>
            </a:r>
            <a:endParaRPr lang="en-GB" sz="1900"/>
          </a:p>
          <a:p>
            <a:pPr marL="285750" indent="-285750">
              <a:buFont typeface="Arial" panose="020B0604020202020204" pitchFamily="34" charset="0"/>
              <a:buChar char="•"/>
            </a:pPr>
            <a:endParaRPr lang="en-GB" sz="1100"/>
          </a:p>
          <a:p>
            <a:pPr marL="285750" indent="-285750">
              <a:buFont typeface="Arial" panose="020B0604020202020204" pitchFamily="34" charset="0"/>
              <a:buChar char="•"/>
            </a:pPr>
            <a:r>
              <a:rPr lang="en-GB" sz="2500"/>
              <a:t>The script is now yours to use and improve, you can:</a:t>
            </a:r>
          </a:p>
          <a:p>
            <a:pPr marL="800100" lvl="1" indent="-342900">
              <a:buFont typeface="Arial" panose="020B0604020202020204" pitchFamily="34" charset="0"/>
              <a:buChar char="•"/>
            </a:pPr>
            <a:r>
              <a:rPr lang="en-GB" sz="1900"/>
              <a:t>Map other floods</a:t>
            </a:r>
          </a:p>
          <a:p>
            <a:pPr marL="800100" lvl="1" indent="-342900">
              <a:buFont typeface="Arial" panose="020B0604020202020204" pitchFamily="34" charset="0"/>
              <a:buChar char="•"/>
            </a:pPr>
            <a:r>
              <a:rPr lang="en-GB" sz="1900"/>
              <a:t>Use data from other STAC servers</a:t>
            </a:r>
          </a:p>
          <a:p>
            <a:pPr marL="800100" lvl="1" indent="-342900">
              <a:buFont typeface="Arial" panose="020B0604020202020204" pitchFamily="34" charset="0"/>
              <a:buChar char="•"/>
            </a:pPr>
            <a:r>
              <a:rPr lang="en-GB" sz="1900"/>
              <a:t>Automate mapping of multiple flood events</a:t>
            </a:r>
          </a:p>
          <a:p>
            <a:pPr marL="742950" lvl="1" indent="-285750">
              <a:buFont typeface="Arial" panose="020B0604020202020204" pitchFamily="34" charset="0"/>
              <a:buChar char="•"/>
            </a:pPr>
            <a:endParaRPr lang="en-GB" sz="2100"/>
          </a:p>
          <a:p>
            <a:pPr marL="285750" indent="-285750">
              <a:buFont typeface="Arial" panose="020B0604020202020204" pitchFamily="34" charset="0"/>
              <a:buChar char="•"/>
            </a:pPr>
            <a:endParaRPr lang="en-GB" sz="2500"/>
          </a:p>
        </p:txBody>
      </p:sp>
      <p:pic>
        <p:nvPicPr>
          <p:cNvPr id="2" name="Picture 1">
            <a:extLst>
              <a:ext uri="{FF2B5EF4-FFF2-40B4-BE49-F238E27FC236}">
                <a16:creationId xmlns:a16="http://schemas.microsoft.com/office/drawing/2014/main" id="{D2B6FDB2-B6D3-BDF5-E009-16F31A89DBAF}"/>
              </a:ext>
            </a:extLst>
          </p:cNvPr>
          <p:cNvPicPr>
            <a:picLocks noChangeAspect="1"/>
          </p:cNvPicPr>
          <p:nvPr/>
        </p:nvPicPr>
        <p:blipFill>
          <a:blip r:embed="rId2"/>
          <a:srcRect l="6238" t="4925" r="51357" b="8292"/>
          <a:stretch>
            <a:fillRect/>
          </a:stretch>
        </p:blipFill>
        <p:spPr>
          <a:xfrm>
            <a:off x="7546978" y="657000"/>
            <a:ext cx="2540919" cy="2571201"/>
          </a:xfrm>
          <a:prstGeom prst="rect">
            <a:avLst/>
          </a:prstGeom>
        </p:spPr>
      </p:pic>
      <p:pic>
        <p:nvPicPr>
          <p:cNvPr id="3" name="Picture 2">
            <a:extLst>
              <a:ext uri="{FF2B5EF4-FFF2-40B4-BE49-F238E27FC236}">
                <a16:creationId xmlns:a16="http://schemas.microsoft.com/office/drawing/2014/main" id="{C06F3A41-F307-8F77-9E9F-3B3E20432949}"/>
              </a:ext>
            </a:extLst>
          </p:cNvPr>
          <p:cNvPicPr>
            <a:picLocks noChangeAspect="1"/>
          </p:cNvPicPr>
          <p:nvPr/>
        </p:nvPicPr>
        <p:blipFill>
          <a:blip r:embed="rId2"/>
          <a:srcRect l="56953" t="4852" r="559" b="8315"/>
          <a:stretch>
            <a:fillRect/>
          </a:stretch>
        </p:blipFill>
        <p:spPr>
          <a:xfrm>
            <a:off x="9061146" y="3316691"/>
            <a:ext cx="2544473" cy="2571201"/>
          </a:xfrm>
          <a:prstGeom prst="rect">
            <a:avLst/>
          </a:prstGeom>
        </p:spPr>
      </p:pic>
    </p:spTree>
    <p:extLst>
      <p:ext uri="{BB962C8B-B14F-4D97-AF65-F5344CB8AC3E}">
        <p14:creationId xmlns:p14="http://schemas.microsoft.com/office/powerpoint/2010/main" val="27446426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09313354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SpaceSUITE">
  <a:themeElements>
    <a:clrScheme name="SpaceSUITE">
      <a:dk1>
        <a:srgbClr val="0D145C"/>
      </a:dk1>
      <a:lt1>
        <a:srgbClr val="FFFFFF"/>
      </a:lt1>
      <a:dk2>
        <a:srgbClr val="0E2841"/>
      </a:dk2>
      <a:lt2>
        <a:srgbClr val="E8E8E8"/>
      </a:lt2>
      <a:accent1>
        <a:srgbClr val="CD3940"/>
      </a:accent1>
      <a:accent2>
        <a:srgbClr val="F46523"/>
      </a:accent2>
      <a:accent3>
        <a:srgbClr val="BBDD55"/>
      </a:accent3>
      <a:accent4>
        <a:srgbClr val="3FB3F7"/>
      </a:accent4>
      <a:accent5>
        <a:srgbClr val="FED400"/>
      </a:accent5>
      <a:accent6>
        <a:srgbClr val="0D145C"/>
      </a:accent6>
      <a:hlink>
        <a:srgbClr val="467886"/>
      </a:hlink>
      <a:folHlink>
        <a:srgbClr val="96607D"/>
      </a:folHlink>
    </a:clrScheme>
    <a:fontScheme name="SpaceSUITE">
      <a:majorFont>
        <a:latin typeface="Poppins"/>
        <a:ea typeface=""/>
        <a:cs typeface=""/>
      </a:majorFont>
      <a:minorFont>
        <a:latin typeface="Poppi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290</TotalTime>
  <Words>694</Words>
  <Application>Microsoft Macintosh PowerPoint</Application>
  <PresentationFormat>Widescreen</PresentationFormat>
  <Paragraphs>99</Paragraphs>
  <Slides>15</Slides>
  <Notes>2</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15</vt:i4>
      </vt:variant>
    </vt:vector>
  </HeadingPairs>
  <TitlesOfParts>
    <vt:vector size="23" baseType="lpstr">
      <vt:lpstr>Aptos</vt:lpstr>
      <vt:lpstr>Aptos Display</vt:lpstr>
      <vt:lpstr>Arial</vt:lpstr>
      <vt:lpstr>Helvetica Neue</vt:lpstr>
      <vt:lpstr>Poppins</vt:lpstr>
      <vt:lpstr>Poppins ExtraLight</vt:lpstr>
      <vt:lpstr>Office Theme</vt:lpstr>
      <vt:lpstr>SpaceSUITE</vt:lpstr>
      <vt:lpstr>FULLY AUTOMATED FLOOD DETECTION: HARNESSING THE POWER OF DEEP LEARNING AND SENTINEL FOR PROCESSING LARGE AMOUNTS OF DATA</vt:lpstr>
      <vt:lpstr>Motivation</vt:lpstr>
      <vt:lpstr>PowerPoint Presentation</vt:lpstr>
      <vt:lpstr>LEARNING OBJECTIVES</vt:lpstr>
      <vt:lpstr>Why automating is necessary?</vt:lpstr>
      <vt:lpstr>What is the STAC API?</vt:lpstr>
      <vt:lpstr>Optimizing the Data Access</vt:lpstr>
      <vt:lpstr>Deep Learning</vt:lpstr>
      <vt:lpstr>The U-Net</vt:lpstr>
      <vt:lpstr>The Structure of the Google Colab Notebook</vt:lpstr>
      <vt:lpstr>Google Colab Notebook</vt:lpstr>
      <vt:lpstr>PowerPoint Presentation</vt:lpstr>
      <vt:lpstr>Before we Finish, Some Quick Feedback</vt:lpstr>
      <vt:lpstr>Take Aways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Menini Matosak Bruno</dc:creator>
  <cp:lastModifiedBy>Menini Matosak Bruno</cp:lastModifiedBy>
  <cp:revision>1</cp:revision>
  <dcterms:created xsi:type="dcterms:W3CDTF">2026-07-06T14:09:17Z</dcterms:created>
  <dcterms:modified xsi:type="dcterms:W3CDTF">2026-07-08T13:59:00Z</dcterms:modified>
</cp:coreProperties>
</file>